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 id="263" r:id="rId6"/>
    <p:sldId id="264" r:id="rId7"/>
    <p:sldId id="269" r:id="rId8"/>
    <p:sldId id="265" r:id="rId9"/>
    <p:sldId id="266" r:id="rId10"/>
    <p:sldId id="267" r:id="rId11"/>
    <p:sldId id="257"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B067BF-F9A8-4264-9BB7-D782566EE448}" v="79" dt="2025-05-05T13:00:30.910"/>
    <p1510:client id="{FB704497-FC40-4FBF-9546-BE0CA164FA4E}" v="15" dt="2025-05-05T14:37:56.4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99" d="100"/>
          <a:sy n="99" d="100"/>
        </p:scale>
        <p:origin x="96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ves, David" userId="5d5880fa-fb3b-4fa2-ab07-489efc33ef44" providerId="ADAL" clId="{61B067BF-F9A8-4264-9BB7-D782566EE448}"/>
    <pc:docChg chg="undo redo custSel addSld delSld modSld sldOrd">
      <pc:chgData name="Graves, David" userId="5d5880fa-fb3b-4fa2-ab07-489efc33ef44" providerId="ADAL" clId="{61B067BF-F9A8-4264-9BB7-D782566EE448}" dt="2025-05-05T13:00:44.015" v="3873"/>
      <pc:docMkLst>
        <pc:docMk/>
      </pc:docMkLst>
      <pc:sldChg chg="addSp delSp modSp mod setBg setClrOvrMap">
        <pc:chgData name="Graves, David" userId="5d5880fa-fb3b-4fa2-ab07-489efc33ef44" providerId="ADAL" clId="{61B067BF-F9A8-4264-9BB7-D782566EE448}" dt="2025-05-02T18:24:45.894" v="2645" actId="20577"/>
        <pc:sldMkLst>
          <pc:docMk/>
          <pc:sldMk cId="3125976266" sldId="256"/>
        </pc:sldMkLst>
        <pc:spChg chg="mod">
          <ac:chgData name="Graves, David" userId="5d5880fa-fb3b-4fa2-ab07-489efc33ef44" providerId="ADAL" clId="{61B067BF-F9A8-4264-9BB7-D782566EE448}" dt="2025-05-02T17:45:49.145" v="1684" actId="20577"/>
          <ac:spMkLst>
            <pc:docMk/>
            <pc:sldMk cId="3125976266" sldId="256"/>
            <ac:spMk id="2" creationId="{F42928FD-CFAF-1292-FFE5-278134493F47}"/>
          </ac:spMkLst>
        </pc:spChg>
        <pc:spChg chg="mod ord">
          <ac:chgData name="Graves, David" userId="5d5880fa-fb3b-4fa2-ab07-489efc33ef44" providerId="ADAL" clId="{61B067BF-F9A8-4264-9BB7-D782566EE448}" dt="2025-05-02T18:24:45.894" v="2645" actId="20577"/>
          <ac:spMkLst>
            <pc:docMk/>
            <pc:sldMk cId="3125976266" sldId="256"/>
            <ac:spMk id="3" creationId="{A4D19BC5-198B-0DE1-541C-B040DC3CA0B7}"/>
          </ac:spMkLst>
        </pc:spChg>
        <pc:spChg chg="add">
          <ac:chgData name="Graves, David" userId="5d5880fa-fb3b-4fa2-ab07-489efc33ef44" providerId="ADAL" clId="{61B067BF-F9A8-4264-9BB7-D782566EE448}" dt="2025-05-02T17:29:28.820" v="1311" actId="26606"/>
          <ac:spMkLst>
            <pc:docMk/>
            <pc:sldMk cId="3125976266" sldId="256"/>
            <ac:spMk id="96" creationId="{3AFE8227-C443-417B-BA91-520EB1EF4559}"/>
          </ac:spMkLst>
        </pc:spChg>
        <pc:spChg chg="add">
          <ac:chgData name="Graves, David" userId="5d5880fa-fb3b-4fa2-ab07-489efc33ef44" providerId="ADAL" clId="{61B067BF-F9A8-4264-9BB7-D782566EE448}" dt="2025-05-02T17:29:28.820" v="1311" actId="26606"/>
          <ac:spMkLst>
            <pc:docMk/>
            <pc:sldMk cId="3125976266" sldId="256"/>
            <ac:spMk id="97" creationId="{907741FC-B544-4A6E-B831-6789D042333D}"/>
          </ac:spMkLst>
        </pc:spChg>
        <pc:spChg chg="add">
          <ac:chgData name="Graves, David" userId="5d5880fa-fb3b-4fa2-ab07-489efc33ef44" providerId="ADAL" clId="{61B067BF-F9A8-4264-9BB7-D782566EE448}" dt="2025-05-02T17:29:28.820" v="1311" actId="26606"/>
          <ac:spMkLst>
            <pc:docMk/>
            <pc:sldMk cId="3125976266" sldId="256"/>
            <ac:spMk id="98" creationId="{3F0BE7ED-7814-4273-B18A-F26CC0380380}"/>
          </ac:spMkLst>
        </pc:spChg>
        <pc:picChg chg="add mod ord">
          <ac:chgData name="Graves, David" userId="5d5880fa-fb3b-4fa2-ab07-489efc33ef44" providerId="ADAL" clId="{61B067BF-F9A8-4264-9BB7-D782566EE448}" dt="2025-05-02T17:29:28.820" v="1311" actId="26606"/>
          <ac:picMkLst>
            <pc:docMk/>
            <pc:sldMk cId="3125976266" sldId="256"/>
            <ac:picMk id="5" creationId="{5BEFD91B-26CA-E0DB-6855-9768C67834FC}"/>
          </ac:picMkLst>
        </pc:picChg>
        <pc:picChg chg="add mod">
          <ac:chgData name="Graves, David" userId="5d5880fa-fb3b-4fa2-ab07-489efc33ef44" providerId="ADAL" clId="{61B067BF-F9A8-4264-9BB7-D782566EE448}" dt="2025-05-02T17:45:38.152" v="1679" actId="1076"/>
          <ac:picMkLst>
            <pc:docMk/>
            <pc:sldMk cId="3125976266" sldId="256"/>
            <ac:picMk id="6" creationId="{11E62823-A455-5CCE-C458-C88FFB206735}"/>
          </ac:picMkLst>
        </pc:picChg>
      </pc:sldChg>
      <pc:sldChg chg="addSp delSp modSp new mod setBg modClrScheme chgLayout">
        <pc:chgData name="Graves, David" userId="5d5880fa-fb3b-4fa2-ab07-489efc33ef44" providerId="ADAL" clId="{61B067BF-F9A8-4264-9BB7-D782566EE448}" dt="2025-05-02T17:35:44.579" v="1387" actId="478"/>
        <pc:sldMkLst>
          <pc:docMk/>
          <pc:sldMk cId="3759287803" sldId="257"/>
        </pc:sldMkLst>
        <pc:spChg chg="add mod ord">
          <ac:chgData name="Graves, David" userId="5d5880fa-fb3b-4fa2-ab07-489efc33ef44" providerId="ADAL" clId="{61B067BF-F9A8-4264-9BB7-D782566EE448}" dt="2025-05-02T17:35:42.257" v="1386" actId="26606"/>
          <ac:spMkLst>
            <pc:docMk/>
            <pc:sldMk cId="3759287803" sldId="257"/>
            <ac:spMk id="4" creationId="{F8A082AC-B83B-16BC-4079-375CC020858C}"/>
          </ac:spMkLst>
        </pc:spChg>
        <pc:spChg chg="add del">
          <ac:chgData name="Graves, David" userId="5d5880fa-fb3b-4fa2-ab07-489efc33ef44" providerId="ADAL" clId="{61B067BF-F9A8-4264-9BB7-D782566EE448}" dt="2025-05-02T17:35:42.257" v="1386" actId="26606"/>
          <ac:spMkLst>
            <pc:docMk/>
            <pc:sldMk cId="3759287803" sldId="257"/>
            <ac:spMk id="24" creationId="{0E30439A-8A5B-46EC-8283-9B6B031D40D0}"/>
          </ac:spMkLst>
        </pc:spChg>
        <pc:spChg chg="add del">
          <ac:chgData name="Graves, David" userId="5d5880fa-fb3b-4fa2-ab07-489efc33ef44" providerId="ADAL" clId="{61B067BF-F9A8-4264-9BB7-D782566EE448}" dt="2025-05-02T17:35:42.257" v="1386" actId="26606"/>
          <ac:spMkLst>
            <pc:docMk/>
            <pc:sldMk cId="3759287803" sldId="257"/>
            <ac:spMk id="26" creationId="{5CEAD642-85CF-4750-8432-7C80C901F001}"/>
          </ac:spMkLst>
        </pc:spChg>
        <pc:spChg chg="add del">
          <ac:chgData name="Graves, David" userId="5d5880fa-fb3b-4fa2-ab07-489efc33ef44" providerId="ADAL" clId="{61B067BF-F9A8-4264-9BB7-D782566EE448}" dt="2025-05-02T17:35:42.257" v="1386" actId="26606"/>
          <ac:spMkLst>
            <pc:docMk/>
            <pc:sldMk cId="3759287803" sldId="257"/>
            <ac:spMk id="28" creationId="{FA33EEAE-15D5-4119-8C1E-89D943F911EF}"/>
          </ac:spMkLst>
        </pc:spChg>
        <pc:spChg chg="add del">
          <ac:chgData name="Graves, David" userId="5d5880fa-fb3b-4fa2-ab07-489efc33ef44" providerId="ADAL" clId="{61B067BF-F9A8-4264-9BB7-D782566EE448}" dt="2025-05-02T17:35:42.257" v="1386" actId="26606"/>
          <ac:spMkLst>
            <pc:docMk/>
            <pc:sldMk cId="3759287803" sldId="257"/>
            <ac:spMk id="30" creationId="{730D8B3B-9B80-4025-B934-26DC7D7CD231}"/>
          </ac:spMkLst>
        </pc:spChg>
        <pc:spChg chg="add del">
          <ac:chgData name="Graves, David" userId="5d5880fa-fb3b-4fa2-ab07-489efc33ef44" providerId="ADAL" clId="{61B067BF-F9A8-4264-9BB7-D782566EE448}" dt="2025-05-02T17:35:42.257" v="1386" actId="26606"/>
          <ac:spMkLst>
            <pc:docMk/>
            <pc:sldMk cId="3759287803" sldId="257"/>
            <ac:spMk id="32" creationId="{B5A1B09C-1565-46F8-B70F-621C5EB48A09}"/>
          </ac:spMkLst>
        </pc:spChg>
        <pc:spChg chg="add del">
          <ac:chgData name="Graves, David" userId="5d5880fa-fb3b-4fa2-ab07-489efc33ef44" providerId="ADAL" clId="{61B067BF-F9A8-4264-9BB7-D782566EE448}" dt="2025-05-02T17:35:42.257" v="1386" actId="26606"/>
          <ac:spMkLst>
            <pc:docMk/>
            <pc:sldMk cId="3759287803" sldId="257"/>
            <ac:spMk id="34" creationId="{8C516CC8-80AC-446C-A56E-9F54B7210402}"/>
          </ac:spMkLst>
        </pc:spChg>
        <pc:spChg chg="add del">
          <ac:chgData name="Graves, David" userId="5d5880fa-fb3b-4fa2-ab07-489efc33ef44" providerId="ADAL" clId="{61B067BF-F9A8-4264-9BB7-D782566EE448}" dt="2025-05-02T17:35:42.257" v="1386" actId="26606"/>
          <ac:spMkLst>
            <pc:docMk/>
            <pc:sldMk cId="3759287803" sldId="257"/>
            <ac:spMk id="36" creationId="{53947E58-F088-49F1-A3D1-DEA690192E84}"/>
          </ac:spMkLst>
        </pc:spChg>
      </pc:sldChg>
      <pc:sldChg chg="addSp delSp modSp new mod setBg">
        <pc:chgData name="Graves, David" userId="5d5880fa-fb3b-4fa2-ab07-489efc33ef44" providerId="ADAL" clId="{61B067BF-F9A8-4264-9BB7-D782566EE448}" dt="2025-05-02T19:12:13.316" v="3869" actId="20577"/>
        <pc:sldMkLst>
          <pc:docMk/>
          <pc:sldMk cId="2543870250" sldId="258"/>
        </pc:sldMkLst>
        <pc:spChg chg="mod ord">
          <ac:chgData name="Graves, David" userId="5d5880fa-fb3b-4fa2-ab07-489efc33ef44" providerId="ADAL" clId="{61B067BF-F9A8-4264-9BB7-D782566EE448}" dt="2025-05-02T17:33:37.051" v="1355" actId="1076"/>
          <ac:spMkLst>
            <pc:docMk/>
            <pc:sldMk cId="2543870250" sldId="258"/>
            <ac:spMk id="2" creationId="{7CB03A74-9203-E9D4-22A4-5BB1E08872CB}"/>
          </ac:spMkLst>
        </pc:spChg>
        <pc:spChg chg="add mod ord">
          <ac:chgData name="Graves, David" userId="5d5880fa-fb3b-4fa2-ab07-489efc33ef44" providerId="ADAL" clId="{61B067BF-F9A8-4264-9BB7-D782566EE448}" dt="2025-05-02T19:12:13.316" v="3869" actId="20577"/>
          <ac:spMkLst>
            <pc:docMk/>
            <pc:sldMk cId="2543870250" sldId="258"/>
            <ac:spMk id="4" creationId="{B0CB90A7-84CA-78D4-0BA9-B1FC325E7BB1}"/>
          </ac:spMkLst>
        </pc:spChg>
        <pc:spChg chg="add del">
          <ac:chgData name="Graves, David" userId="5d5880fa-fb3b-4fa2-ab07-489efc33ef44" providerId="ADAL" clId="{61B067BF-F9A8-4264-9BB7-D782566EE448}" dt="2025-05-02T17:32:52.855" v="1347" actId="26606"/>
          <ac:spMkLst>
            <pc:docMk/>
            <pc:sldMk cId="2543870250" sldId="258"/>
            <ac:spMk id="8" creationId="{1B15ED52-F352-441B-82BF-E0EA34836D08}"/>
          </ac:spMkLst>
        </pc:spChg>
        <pc:spChg chg="add del">
          <ac:chgData name="Graves, David" userId="5d5880fa-fb3b-4fa2-ab07-489efc33ef44" providerId="ADAL" clId="{61B067BF-F9A8-4264-9BB7-D782566EE448}" dt="2025-05-02T17:32:52.855" v="1347" actId="26606"/>
          <ac:spMkLst>
            <pc:docMk/>
            <pc:sldMk cId="2543870250" sldId="258"/>
            <ac:spMk id="10" creationId="{3B2E3793-BFE6-45A2-9B7B-E18844431C99}"/>
          </ac:spMkLst>
        </pc:spChg>
        <pc:spChg chg="add del">
          <ac:chgData name="Graves, David" userId="5d5880fa-fb3b-4fa2-ab07-489efc33ef44" providerId="ADAL" clId="{61B067BF-F9A8-4264-9BB7-D782566EE448}" dt="2025-05-02T17:32:52.855" v="1347" actId="26606"/>
          <ac:spMkLst>
            <pc:docMk/>
            <pc:sldMk cId="2543870250" sldId="258"/>
            <ac:spMk id="12" creationId="{BC4C4868-CB8F-4AF9-9CDB-8108F2C19B67}"/>
          </ac:spMkLst>
        </pc:spChg>
        <pc:spChg chg="add del">
          <ac:chgData name="Graves, David" userId="5d5880fa-fb3b-4fa2-ab07-489efc33ef44" providerId="ADAL" clId="{61B067BF-F9A8-4264-9BB7-D782566EE448}" dt="2025-05-02T17:32:52.855" v="1347" actId="26606"/>
          <ac:spMkLst>
            <pc:docMk/>
            <pc:sldMk cId="2543870250" sldId="258"/>
            <ac:spMk id="14" creationId="{375E0459-6403-40CD-989D-56A4407CA12E}"/>
          </ac:spMkLst>
        </pc:spChg>
        <pc:spChg chg="add del">
          <ac:chgData name="Graves, David" userId="5d5880fa-fb3b-4fa2-ab07-489efc33ef44" providerId="ADAL" clId="{61B067BF-F9A8-4264-9BB7-D782566EE448}" dt="2025-05-02T17:32:52.855" v="1347" actId="26606"/>
          <ac:spMkLst>
            <pc:docMk/>
            <pc:sldMk cId="2543870250" sldId="258"/>
            <ac:spMk id="16" creationId="{53E5B1A8-3AC9-4BD1-9BBC-78CA94F2D1BA}"/>
          </ac:spMkLst>
        </pc:spChg>
        <pc:picChg chg="add mod ord">
          <ac:chgData name="Graves, David" userId="5d5880fa-fb3b-4fa2-ab07-489efc33ef44" providerId="ADAL" clId="{61B067BF-F9A8-4264-9BB7-D782566EE448}" dt="2025-05-02T17:34:14.531" v="1359" actId="14100"/>
          <ac:picMkLst>
            <pc:docMk/>
            <pc:sldMk cId="2543870250" sldId="258"/>
            <ac:picMk id="6" creationId="{CD6280E3-6375-5999-4B98-AF1E1EAB0805}"/>
          </ac:picMkLst>
        </pc:picChg>
        <pc:picChg chg="add mod">
          <ac:chgData name="Graves, David" userId="5d5880fa-fb3b-4fa2-ab07-489efc33ef44" providerId="ADAL" clId="{61B067BF-F9A8-4264-9BB7-D782566EE448}" dt="2025-05-02T18:42:57.472" v="2845" actId="1076"/>
          <ac:picMkLst>
            <pc:docMk/>
            <pc:sldMk cId="2543870250" sldId="258"/>
            <ac:picMk id="7" creationId="{7F9691D5-1025-9D55-DAF2-189B7D57A9F5}"/>
          </ac:picMkLst>
        </pc:picChg>
      </pc:sldChg>
      <pc:sldChg chg="new del">
        <pc:chgData name="Graves, David" userId="5d5880fa-fb3b-4fa2-ab07-489efc33ef44" providerId="ADAL" clId="{61B067BF-F9A8-4264-9BB7-D782566EE448}" dt="2025-05-02T16:57:28.557" v="125" actId="2696"/>
        <pc:sldMkLst>
          <pc:docMk/>
          <pc:sldMk cId="386784716" sldId="259"/>
        </pc:sldMkLst>
      </pc:sldChg>
      <pc:sldChg chg="addSp delSp modSp mod setBg delDesignElem">
        <pc:chgData name="Graves, David" userId="5d5880fa-fb3b-4fa2-ab07-489efc33ef44" providerId="ADAL" clId="{61B067BF-F9A8-4264-9BB7-D782566EE448}" dt="2025-05-05T12:59:10.269" v="3870" actId="20577"/>
        <pc:sldMkLst>
          <pc:docMk/>
          <pc:sldMk cId="678104563" sldId="259"/>
        </pc:sldMkLst>
        <pc:spChg chg="mod">
          <ac:chgData name="Graves, David" userId="5d5880fa-fb3b-4fa2-ab07-489efc33ef44" providerId="ADAL" clId="{61B067BF-F9A8-4264-9BB7-D782566EE448}" dt="2025-05-05T12:59:10.269" v="3870" actId="20577"/>
          <ac:spMkLst>
            <pc:docMk/>
            <pc:sldMk cId="678104563" sldId="259"/>
            <ac:spMk id="2" creationId="{7CB03A74-9203-E9D4-22A4-5BB1E08872CB}"/>
          </ac:spMkLst>
        </pc:spChg>
        <pc:spChg chg="add mod">
          <ac:chgData name="Graves, David" userId="5d5880fa-fb3b-4fa2-ab07-489efc33ef44" providerId="ADAL" clId="{61B067BF-F9A8-4264-9BB7-D782566EE448}" dt="2025-05-02T17:26:25.213" v="1249" actId="1076"/>
          <ac:spMkLst>
            <pc:docMk/>
            <pc:sldMk cId="678104563" sldId="259"/>
            <ac:spMk id="5" creationId="{271181C9-6EA3-7FF8-CDB9-5C54ACC094DA}"/>
          </ac:spMkLst>
        </pc:spChg>
        <pc:spChg chg="add">
          <ac:chgData name="Graves, David" userId="5d5880fa-fb3b-4fa2-ab07-489efc33ef44" providerId="ADAL" clId="{61B067BF-F9A8-4264-9BB7-D782566EE448}" dt="2025-05-02T16:57:42.759" v="127" actId="26606"/>
          <ac:spMkLst>
            <pc:docMk/>
            <pc:sldMk cId="678104563" sldId="259"/>
            <ac:spMk id="8" creationId="{1B15ED52-F352-441B-82BF-E0EA34836D08}"/>
          </ac:spMkLst>
        </pc:spChg>
        <pc:spChg chg="add">
          <ac:chgData name="Graves, David" userId="5d5880fa-fb3b-4fa2-ab07-489efc33ef44" providerId="ADAL" clId="{61B067BF-F9A8-4264-9BB7-D782566EE448}" dt="2025-05-02T16:57:42.759" v="127" actId="26606"/>
          <ac:spMkLst>
            <pc:docMk/>
            <pc:sldMk cId="678104563" sldId="259"/>
            <ac:spMk id="10" creationId="{3B2E3793-BFE6-45A2-9B7B-E18844431C99}"/>
          </ac:spMkLst>
        </pc:spChg>
        <pc:spChg chg="add">
          <ac:chgData name="Graves, David" userId="5d5880fa-fb3b-4fa2-ab07-489efc33ef44" providerId="ADAL" clId="{61B067BF-F9A8-4264-9BB7-D782566EE448}" dt="2025-05-02T16:57:42.759" v="127" actId="26606"/>
          <ac:spMkLst>
            <pc:docMk/>
            <pc:sldMk cId="678104563" sldId="259"/>
            <ac:spMk id="12" creationId="{BC4C4868-CB8F-4AF9-9CDB-8108F2C19B67}"/>
          </ac:spMkLst>
        </pc:spChg>
        <pc:spChg chg="add">
          <ac:chgData name="Graves, David" userId="5d5880fa-fb3b-4fa2-ab07-489efc33ef44" providerId="ADAL" clId="{61B067BF-F9A8-4264-9BB7-D782566EE448}" dt="2025-05-02T16:57:42.759" v="127" actId="26606"/>
          <ac:spMkLst>
            <pc:docMk/>
            <pc:sldMk cId="678104563" sldId="259"/>
            <ac:spMk id="14" creationId="{375E0459-6403-40CD-989D-56A4407CA12E}"/>
          </ac:spMkLst>
        </pc:spChg>
        <pc:spChg chg="add">
          <ac:chgData name="Graves, David" userId="5d5880fa-fb3b-4fa2-ab07-489efc33ef44" providerId="ADAL" clId="{61B067BF-F9A8-4264-9BB7-D782566EE448}" dt="2025-05-02T16:57:42.759" v="127" actId="26606"/>
          <ac:spMkLst>
            <pc:docMk/>
            <pc:sldMk cId="678104563" sldId="259"/>
            <ac:spMk id="16" creationId="{53E5B1A8-3AC9-4BD1-9BBC-78CA94F2D1BA}"/>
          </ac:spMkLst>
        </pc:spChg>
        <pc:picChg chg="add mod">
          <ac:chgData name="Graves, David" userId="5d5880fa-fb3b-4fa2-ab07-489efc33ef44" providerId="ADAL" clId="{61B067BF-F9A8-4264-9BB7-D782566EE448}" dt="2025-05-02T17:35:09.799" v="1376"/>
          <ac:picMkLst>
            <pc:docMk/>
            <pc:sldMk cId="678104563" sldId="259"/>
            <ac:picMk id="9" creationId="{30F41D0D-F76F-8824-8BC5-72507C5495BB}"/>
          </ac:picMkLst>
        </pc:picChg>
      </pc:sldChg>
      <pc:sldChg chg="new del">
        <pc:chgData name="Graves, David" userId="5d5880fa-fb3b-4fa2-ab07-489efc33ef44" providerId="ADAL" clId="{61B067BF-F9A8-4264-9BB7-D782566EE448}" dt="2025-05-02T16:57:16.252" v="123" actId="47"/>
        <pc:sldMkLst>
          <pc:docMk/>
          <pc:sldMk cId="2015992170" sldId="259"/>
        </pc:sldMkLst>
      </pc:sldChg>
      <pc:sldChg chg="delSp add del setBg delDesignElem">
        <pc:chgData name="Graves, David" userId="5d5880fa-fb3b-4fa2-ab07-489efc33ef44" providerId="ADAL" clId="{61B067BF-F9A8-4264-9BB7-D782566EE448}" dt="2025-05-02T16:57:09.390" v="121" actId="47"/>
        <pc:sldMkLst>
          <pc:docMk/>
          <pc:sldMk cId="2652509748" sldId="259"/>
        </pc:sldMkLst>
      </pc:sldChg>
      <pc:sldChg chg="new del">
        <pc:chgData name="Graves, David" userId="5d5880fa-fb3b-4fa2-ab07-489efc33ef44" providerId="ADAL" clId="{61B067BF-F9A8-4264-9BB7-D782566EE448}" dt="2025-05-02T16:56:47.136" v="115" actId="47"/>
        <pc:sldMkLst>
          <pc:docMk/>
          <pc:sldMk cId="2869111409" sldId="259"/>
        </pc:sldMkLst>
      </pc:sldChg>
      <pc:sldChg chg="addSp delSp modSp new del mod setBg">
        <pc:chgData name="Graves, David" userId="5d5880fa-fb3b-4fa2-ab07-489efc33ef44" providerId="ADAL" clId="{61B067BF-F9A8-4264-9BB7-D782566EE448}" dt="2025-05-02T19:08:32.741" v="3781" actId="47"/>
        <pc:sldMkLst>
          <pc:docMk/>
          <pc:sldMk cId="1908774151" sldId="260"/>
        </pc:sldMkLst>
      </pc:sldChg>
      <pc:sldChg chg="addSp delSp add del mod setBg delDesignElem">
        <pc:chgData name="Graves, David" userId="5d5880fa-fb3b-4fa2-ab07-489efc33ef44" providerId="ADAL" clId="{61B067BF-F9A8-4264-9BB7-D782566EE448}" dt="2025-05-02T16:56:58.876" v="118" actId="47"/>
        <pc:sldMkLst>
          <pc:docMk/>
          <pc:sldMk cId="2627420817" sldId="260"/>
        </pc:sldMkLst>
      </pc:sldChg>
      <pc:sldChg chg="addSp delSp modSp new mod setBg">
        <pc:chgData name="Graves, David" userId="5d5880fa-fb3b-4fa2-ab07-489efc33ef44" providerId="ADAL" clId="{61B067BF-F9A8-4264-9BB7-D782566EE448}" dt="2025-05-02T18:52:33.921" v="3228" actId="20577"/>
        <pc:sldMkLst>
          <pc:docMk/>
          <pc:sldMk cId="2732485811" sldId="261"/>
        </pc:sldMkLst>
        <pc:spChg chg="mod">
          <ac:chgData name="Graves, David" userId="5d5880fa-fb3b-4fa2-ab07-489efc33ef44" providerId="ADAL" clId="{61B067BF-F9A8-4264-9BB7-D782566EE448}" dt="2025-05-02T16:58:49.568" v="182" actId="20577"/>
          <ac:spMkLst>
            <pc:docMk/>
            <pc:sldMk cId="2732485811" sldId="261"/>
            <ac:spMk id="2" creationId="{31D0CB07-96F6-D111-DB39-89E197CEB466}"/>
          </ac:spMkLst>
        </pc:spChg>
        <pc:spChg chg="add mod">
          <ac:chgData name="Graves, David" userId="5d5880fa-fb3b-4fa2-ab07-489efc33ef44" providerId="ADAL" clId="{61B067BF-F9A8-4264-9BB7-D782566EE448}" dt="2025-05-02T18:52:33.921" v="3228" actId="20577"/>
          <ac:spMkLst>
            <pc:docMk/>
            <pc:sldMk cId="2732485811" sldId="261"/>
            <ac:spMk id="5" creationId="{3601BD78-1327-EF66-61C2-D0A409B1B773}"/>
          </ac:spMkLst>
        </pc:spChg>
        <pc:spChg chg="add">
          <ac:chgData name="Graves, David" userId="5d5880fa-fb3b-4fa2-ab07-489efc33ef44" providerId="ADAL" clId="{61B067BF-F9A8-4264-9BB7-D782566EE448}" dt="2025-05-02T16:58:37.398" v="159" actId="26606"/>
          <ac:spMkLst>
            <pc:docMk/>
            <pc:sldMk cId="2732485811" sldId="261"/>
            <ac:spMk id="8" creationId="{1B15ED52-F352-441B-82BF-E0EA34836D08}"/>
          </ac:spMkLst>
        </pc:spChg>
        <pc:spChg chg="add">
          <ac:chgData name="Graves, David" userId="5d5880fa-fb3b-4fa2-ab07-489efc33ef44" providerId="ADAL" clId="{61B067BF-F9A8-4264-9BB7-D782566EE448}" dt="2025-05-02T16:58:37.398" v="159" actId="26606"/>
          <ac:spMkLst>
            <pc:docMk/>
            <pc:sldMk cId="2732485811" sldId="261"/>
            <ac:spMk id="10" creationId="{3B2E3793-BFE6-45A2-9B7B-E18844431C99}"/>
          </ac:spMkLst>
        </pc:spChg>
        <pc:spChg chg="add">
          <ac:chgData name="Graves, David" userId="5d5880fa-fb3b-4fa2-ab07-489efc33ef44" providerId="ADAL" clId="{61B067BF-F9A8-4264-9BB7-D782566EE448}" dt="2025-05-02T16:58:37.398" v="159" actId="26606"/>
          <ac:spMkLst>
            <pc:docMk/>
            <pc:sldMk cId="2732485811" sldId="261"/>
            <ac:spMk id="12" creationId="{BC4C4868-CB8F-4AF9-9CDB-8108F2C19B67}"/>
          </ac:spMkLst>
        </pc:spChg>
        <pc:spChg chg="add">
          <ac:chgData name="Graves, David" userId="5d5880fa-fb3b-4fa2-ab07-489efc33ef44" providerId="ADAL" clId="{61B067BF-F9A8-4264-9BB7-D782566EE448}" dt="2025-05-02T16:58:37.398" v="159" actId="26606"/>
          <ac:spMkLst>
            <pc:docMk/>
            <pc:sldMk cId="2732485811" sldId="261"/>
            <ac:spMk id="14" creationId="{375E0459-6403-40CD-989D-56A4407CA12E}"/>
          </ac:spMkLst>
        </pc:spChg>
        <pc:spChg chg="add">
          <ac:chgData name="Graves, David" userId="5d5880fa-fb3b-4fa2-ab07-489efc33ef44" providerId="ADAL" clId="{61B067BF-F9A8-4264-9BB7-D782566EE448}" dt="2025-05-02T16:58:37.398" v="159" actId="26606"/>
          <ac:spMkLst>
            <pc:docMk/>
            <pc:sldMk cId="2732485811" sldId="261"/>
            <ac:spMk id="16" creationId="{53E5B1A8-3AC9-4BD1-9BBC-78CA94F2D1BA}"/>
          </ac:spMkLst>
        </pc:spChg>
        <pc:picChg chg="add mod">
          <ac:chgData name="Graves, David" userId="5d5880fa-fb3b-4fa2-ab07-489efc33ef44" providerId="ADAL" clId="{61B067BF-F9A8-4264-9BB7-D782566EE448}" dt="2025-05-02T18:51:30.268" v="3201" actId="1076"/>
          <ac:picMkLst>
            <pc:docMk/>
            <pc:sldMk cId="2732485811" sldId="261"/>
            <ac:picMk id="4" creationId="{8F1A73AA-2FC0-48A5-AFE8-154B3E1BC70F}"/>
          </ac:picMkLst>
        </pc:picChg>
        <pc:picChg chg="add mod">
          <ac:chgData name="Graves, David" userId="5d5880fa-fb3b-4fa2-ab07-489efc33ef44" providerId="ADAL" clId="{61B067BF-F9A8-4264-9BB7-D782566EE448}" dt="2025-05-02T17:34:45.311" v="1369"/>
          <ac:picMkLst>
            <pc:docMk/>
            <pc:sldMk cId="2732485811" sldId="261"/>
            <ac:picMk id="7" creationId="{B277E479-EE76-92B3-5B56-3D381680B6AD}"/>
          </ac:picMkLst>
        </pc:picChg>
      </pc:sldChg>
      <pc:sldChg chg="addSp delSp modSp new mod setBg">
        <pc:chgData name="Graves, David" userId="5d5880fa-fb3b-4fa2-ab07-489efc33ef44" providerId="ADAL" clId="{61B067BF-F9A8-4264-9BB7-D782566EE448}" dt="2025-05-02T19:08:48.283" v="3822" actId="20577"/>
        <pc:sldMkLst>
          <pc:docMk/>
          <pc:sldMk cId="914426107" sldId="262"/>
        </pc:sldMkLst>
        <pc:spChg chg="mod">
          <ac:chgData name="Graves, David" userId="5d5880fa-fb3b-4fa2-ab07-489efc33ef44" providerId="ADAL" clId="{61B067BF-F9A8-4264-9BB7-D782566EE448}" dt="2025-05-02T17:53:27.273" v="1851" actId="20577"/>
          <ac:spMkLst>
            <pc:docMk/>
            <pc:sldMk cId="914426107" sldId="262"/>
            <ac:spMk id="2" creationId="{682021E9-E4DB-3711-67BA-DB0901FCAFE0}"/>
          </ac:spMkLst>
        </pc:spChg>
        <pc:spChg chg="add mod">
          <ac:chgData name="Graves, David" userId="5d5880fa-fb3b-4fa2-ab07-489efc33ef44" providerId="ADAL" clId="{61B067BF-F9A8-4264-9BB7-D782566EE448}" dt="2025-05-02T19:08:48.283" v="3822" actId="20577"/>
          <ac:spMkLst>
            <pc:docMk/>
            <pc:sldMk cId="914426107" sldId="262"/>
            <ac:spMk id="6" creationId="{6251A5CA-2FB3-D8DF-C215-EAFE2301774F}"/>
          </ac:spMkLst>
        </pc:spChg>
        <pc:spChg chg="add">
          <ac:chgData name="Graves, David" userId="5d5880fa-fb3b-4fa2-ab07-489efc33ef44" providerId="ADAL" clId="{61B067BF-F9A8-4264-9BB7-D782566EE448}" dt="2025-05-02T17:01:44.097" v="370" actId="26606"/>
          <ac:spMkLst>
            <pc:docMk/>
            <pc:sldMk cId="914426107" sldId="262"/>
            <ac:spMk id="8" creationId="{1B15ED52-F352-441B-82BF-E0EA34836D08}"/>
          </ac:spMkLst>
        </pc:spChg>
        <pc:spChg chg="add mod topLvl">
          <ac:chgData name="Graves, David" userId="5d5880fa-fb3b-4fa2-ab07-489efc33ef44" providerId="ADAL" clId="{61B067BF-F9A8-4264-9BB7-D782566EE448}" dt="2025-05-02T18:32:06.764" v="2704" actId="164"/>
          <ac:spMkLst>
            <pc:docMk/>
            <pc:sldMk cId="914426107" sldId="262"/>
            <ac:spMk id="9" creationId="{15162258-885E-97BB-CB19-1056B2318231}"/>
          </ac:spMkLst>
        </pc:spChg>
        <pc:spChg chg="add">
          <ac:chgData name="Graves, David" userId="5d5880fa-fb3b-4fa2-ab07-489efc33ef44" providerId="ADAL" clId="{61B067BF-F9A8-4264-9BB7-D782566EE448}" dt="2025-05-02T17:01:44.097" v="370" actId="26606"/>
          <ac:spMkLst>
            <pc:docMk/>
            <pc:sldMk cId="914426107" sldId="262"/>
            <ac:spMk id="10" creationId="{3B2E3793-BFE6-45A2-9B7B-E18844431C99}"/>
          </ac:spMkLst>
        </pc:spChg>
        <pc:spChg chg="add mod topLvl">
          <ac:chgData name="Graves, David" userId="5d5880fa-fb3b-4fa2-ab07-489efc33ef44" providerId="ADAL" clId="{61B067BF-F9A8-4264-9BB7-D782566EE448}" dt="2025-05-02T18:32:06.764" v="2704" actId="164"/>
          <ac:spMkLst>
            <pc:docMk/>
            <pc:sldMk cId="914426107" sldId="262"/>
            <ac:spMk id="11" creationId="{1008BAA5-2A58-9134-2F6C-FE04010A471C}"/>
          </ac:spMkLst>
        </pc:spChg>
        <pc:spChg chg="add">
          <ac:chgData name="Graves, David" userId="5d5880fa-fb3b-4fa2-ab07-489efc33ef44" providerId="ADAL" clId="{61B067BF-F9A8-4264-9BB7-D782566EE448}" dt="2025-05-02T17:01:44.097" v="370" actId="26606"/>
          <ac:spMkLst>
            <pc:docMk/>
            <pc:sldMk cId="914426107" sldId="262"/>
            <ac:spMk id="12" creationId="{BC4C4868-CB8F-4AF9-9CDB-8108F2C19B67}"/>
          </ac:spMkLst>
        </pc:spChg>
        <pc:spChg chg="add mod topLvl">
          <ac:chgData name="Graves, David" userId="5d5880fa-fb3b-4fa2-ab07-489efc33ef44" providerId="ADAL" clId="{61B067BF-F9A8-4264-9BB7-D782566EE448}" dt="2025-05-02T18:32:06.764" v="2704" actId="164"/>
          <ac:spMkLst>
            <pc:docMk/>
            <pc:sldMk cId="914426107" sldId="262"/>
            <ac:spMk id="13" creationId="{8EF349C2-81BD-59A2-22DC-3AFFE0D3E6CC}"/>
          </ac:spMkLst>
        </pc:spChg>
        <pc:spChg chg="add">
          <ac:chgData name="Graves, David" userId="5d5880fa-fb3b-4fa2-ab07-489efc33ef44" providerId="ADAL" clId="{61B067BF-F9A8-4264-9BB7-D782566EE448}" dt="2025-05-02T17:01:44.097" v="370" actId="26606"/>
          <ac:spMkLst>
            <pc:docMk/>
            <pc:sldMk cId="914426107" sldId="262"/>
            <ac:spMk id="14" creationId="{375E0459-6403-40CD-989D-56A4407CA12E}"/>
          </ac:spMkLst>
        </pc:spChg>
        <pc:spChg chg="add">
          <ac:chgData name="Graves, David" userId="5d5880fa-fb3b-4fa2-ab07-489efc33ef44" providerId="ADAL" clId="{61B067BF-F9A8-4264-9BB7-D782566EE448}" dt="2025-05-02T17:01:44.097" v="370" actId="26606"/>
          <ac:spMkLst>
            <pc:docMk/>
            <pc:sldMk cId="914426107" sldId="262"/>
            <ac:spMk id="16" creationId="{53E5B1A8-3AC9-4BD1-9BBC-78CA94F2D1BA}"/>
          </ac:spMkLst>
        </pc:spChg>
        <pc:grpChg chg="add mod">
          <ac:chgData name="Graves, David" userId="5d5880fa-fb3b-4fa2-ab07-489efc33ef44" providerId="ADAL" clId="{61B067BF-F9A8-4264-9BB7-D782566EE448}" dt="2025-05-02T18:32:06.764" v="2704" actId="164"/>
          <ac:grpSpMkLst>
            <pc:docMk/>
            <pc:sldMk cId="914426107" sldId="262"/>
            <ac:grpSpMk id="23" creationId="{2DEE6B61-95DA-20E8-21A7-730F8FB2DEA6}"/>
          </ac:grpSpMkLst>
        </pc:grpChg>
        <pc:graphicFrameChg chg="add mod modGraphic">
          <ac:chgData name="Graves, David" userId="5d5880fa-fb3b-4fa2-ab07-489efc33ef44" providerId="ADAL" clId="{61B067BF-F9A8-4264-9BB7-D782566EE448}" dt="2025-05-02T18:34:46.996" v="2714" actId="13926"/>
          <ac:graphicFrameMkLst>
            <pc:docMk/>
            <pc:sldMk cId="914426107" sldId="262"/>
            <ac:graphicFrameMk id="19" creationId="{C4882E81-EA87-2C83-3EBB-74FE49ED689C}"/>
          </ac:graphicFrameMkLst>
        </pc:graphicFrameChg>
        <pc:picChg chg="add mod">
          <ac:chgData name="Graves, David" userId="5d5880fa-fb3b-4fa2-ab07-489efc33ef44" providerId="ADAL" clId="{61B067BF-F9A8-4264-9BB7-D782566EE448}" dt="2025-05-02T17:34:52.936" v="1370"/>
          <ac:picMkLst>
            <pc:docMk/>
            <pc:sldMk cId="914426107" sldId="262"/>
            <ac:picMk id="5" creationId="{88DEFD8F-074D-C3AA-9DC2-244C9FA4ADFA}"/>
          </ac:picMkLst>
        </pc:picChg>
        <pc:picChg chg="add mod topLvl modCrop">
          <ac:chgData name="Graves, David" userId="5d5880fa-fb3b-4fa2-ab07-489efc33ef44" providerId="ADAL" clId="{61B067BF-F9A8-4264-9BB7-D782566EE448}" dt="2025-05-02T18:32:06.764" v="2704" actId="164"/>
          <ac:picMkLst>
            <pc:docMk/>
            <pc:sldMk cId="914426107" sldId="262"/>
            <ac:picMk id="7" creationId="{4D28AAC6-6265-81B7-12CA-A8AC8C6A8069}"/>
          </ac:picMkLst>
        </pc:picChg>
        <pc:picChg chg="add mod topLvl modCrop">
          <ac:chgData name="Graves, David" userId="5d5880fa-fb3b-4fa2-ab07-489efc33ef44" providerId="ADAL" clId="{61B067BF-F9A8-4264-9BB7-D782566EE448}" dt="2025-05-02T18:32:06.764" v="2704" actId="164"/>
          <ac:picMkLst>
            <pc:docMk/>
            <pc:sldMk cId="914426107" sldId="262"/>
            <ac:picMk id="15" creationId="{7A21B339-A838-CD02-7E79-2CB0B163002F}"/>
          </ac:picMkLst>
        </pc:picChg>
        <pc:picChg chg="add mod topLvl modCrop">
          <ac:chgData name="Graves, David" userId="5d5880fa-fb3b-4fa2-ab07-489efc33ef44" providerId="ADAL" clId="{61B067BF-F9A8-4264-9BB7-D782566EE448}" dt="2025-05-02T18:32:06.764" v="2704" actId="164"/>
          <ac:picMkLst>
            <pc:docMk/>
            <pc:sldMk cId="914426107" sldId="262"/>
            <ac:picMk id="17" creationId="{3BE3BA1F-F2C8-35B2-6FD4-1C8AF864EE13}"/>
          </ac:picMkLst>
        </pc:picChg>
      </pc:sldChg>
      <pc:sldChg chg="addSp delSp modSp new mod setBg">
        <pc:chgData name="Graves, David" userId="5d5880fa-fb3b-4fa2-ab07-489efc33ef44" providerId="ADAL" clId="{61B067BF-F9A8-4264-9BB7-D782566EE448}" dt="2025-05-02T19:09:06.828" v="3825"/>
        <pc:sldMkLst>
          <pc:docMk/>
          <pc:sldMk cId="3039193628" sldId="263"/>
        </pc:sldMkLst>
        <pc:spChg chg="mod">
          <ac:chgData name="Graves, David" userId="5d5880fa-fb3b-4fa2-ab07-489efc33ef44" providerId="ADAL" clId="{61B067BF-F9A8-4264-9BB7-D782566EE448}" dt="2025-05-02T17:53:34.034" v="1861" actId="20577"/>
          <ac:spMkLst>
            <pc:docMk/>
            <pc:sldMk cId="3039193628" sldId="263"/>
            <ac:spMk id="2" creationId="{BCF33B55-448E-6EBE-EF7B-FA51F759CF0B}"/>
          </ac:spMkLst>
        </pc:spChg>
        <pc:spChg chg="add">
          <ac:chgData name="Graves, David" userId="5d5880fa-fb3b-4fa2-ab07-489efc33ef44" providerId="ADAL" clId="{61B067BF-F9A8-4264-9BB7-D782566EE448}" dt="2025-05-02T17:01:59.334" v="371" actId="26606"/>
          <ac:spMkLst>
            <pc:docMk/>
            <pc:sldMk cId="3039193628" sldId="263"/>
            <ac:spMk id="8" creationId="{1B15ED52-F352-441B-82BF-E0EA34836D08}"/>
          </ac:spMkLst>
        </pc:spChg>
        <pc:spChg chg="add mod">
          <ac:chgData name="Graves, David" userId="5d5880fa-fb3b-4fa2-ab07-489efc33ef44" providerId="ADAL" clId="{61B067BF-F9A8-4264-9BB7-D782566EE448}" dt="2025-05-02T18:31:52.880" v="2702" actId="164"/>
          <ac:spMkLst>
            <pc:docMk/>
            <pc:sldMk cId="3039193628" sldId="263"/>
            <ac:spMk id="9" creationId="{9124E6A6-4620-D50F-E89F-DBD71AB6468E}"/>
          </ac:spMkLst>
        </pc:spChg>
        <pc:spChg chg="add">
          <ac:chgData name="Graves, David" userId="5d5880fa-fb3b-4fa2-ab07-489efc33ef44" providerId="ADAL" clId="{61B067BF-F9A8-4264-9BB7-D782566EE448}" dt="2025-05-02T17:01:59.334" v="371" actId="26606"/>
          <ac:spMkLst>
            <pc:docMk/>
            <pc:sldMk cId="3039193628" sldId="263"/>
            <ac:spMk id="10" creationId="{3B2E3793-BFE6-45A2-9B7B-E18844431C99}"/>
          </ac:spMkLst>
        </pc:spChg>
        <pc:spChg chg="add mod">
          <ac:chgData name="Graves, David" userId="5d5880fa-fb3b-4fa2-ab07-489efc33ef44" providerId="ADAL" clId="{61B067BF-F9A8-4264-9BB7-D782566EE448}" dt="2025-05-02T18:31:52.880" v="2702" actId="164"/>
          <ac:spMkLst>
            <pc:docMk/>
            <pc:sldMk cId="3039193628" sldId="263"/>
            <ac:spMk id="11" creationId="{4742088E-8DAD-C576-54B2-9A7C33738D3C}"/>
          </ac:spMkLst>
        </pc:spChg>
        <pc:spChg chg="add">
          <ac:chgData name="Graves, David" userId="5d5880fa-fb3b-4fa2-ab07-489efc33ef44" providerId="ADAL" clId="{61B067BF-F9A8-4264-9BB7-D782566EE448}" dt="2025-05-02T17:01:59.334" v="371" actId="26606"/>
          <ac:spMkLst>
            <pc:docMk/>
            <pc:sldMk cId="3039193628" sldId="263"/>
            <ac:spMk id="12" creationId="{BC4C4868-CB8F-4AF9-9CDB-8108F2C19B67}"/>
          </ac:spMkLst>
        </pc:spChg>
        <pc:spChg chg="add mod">
          <ac:chgData name="Graves, David" userId="5d5880fa-fb3b-4fa2-ab07-489efc33ef44" providerId="ADAL" clId="{61B067BF-F9A8-4264-9BB7-D782566EE448}" dt="2025-05-02T18:31:52.880" v="2702" actId="164"/>
          <ac:spMkLst>
            <pc:docMk/>
            <pc:sldMk cId="3039193628" sldId="263"/>
            <ac:spMk id="13" creationId="{11839823-F239-6AE1-0362-25604E16F4F5}"/>
          </ac:spMkLst>
        </pc:spChg>
        <pc:spChg chg="add">
          <ac:chgData name="Graves, David" userId="5d5880fa-fb3b-4fa2-ab07-489efc33ef44" providerId="ADAL" clId="{61B067BF-F9A8-4264-9BB7-D782566EE448}" dt="2025-05-02T17:01:59.334" v="371" actId="26606"/>
          <ac:spMkLst>
            <pc:docMk/>
            <pc:sldMk cId="3039193628" sldId="263"/>
            <ac:spMk id="14" creationId="{375E0459-6403-40CD-989D-56A4407CA12E}"/>
          </ac:spMkLst>
        </pc:spChg>
        <pc:spChg chg="add">
          <ac:chgData name="Graves, David" userId="5d5880fa-fb3b-4fa2-ab07-489efc33ef44" providerId="ADAL" clId="{61B067BF-F9A8-4264-9BB7-D782566EE448}" dt="2025-05-02T17:01:59.334" v="371" actId="26606"/>
          <ac:spMkLst>
            <pc:docMk/>
            <pc:sldMk cId="3039193628" sldId="263"/>
            <ac:spMk id="16" creationId="{53E5B1A8-3AC9-4BD1-9BBC-78CA94F2D1BA}"/>
          </ac:spMkLst>
        </pc:spChg>
        <pc:spChg chg="add mod">
          <ac:chgData name="Graves, David" userId="5d5880fa-fb3b-4fa2-ab07-489efc33ef44" providerId="ADAL" clId="{61B067BF-F9A8-4264-9BB7-D782566EE448}" dt="2025-05-02T19:09:06.828" v="3825"/>
          <ac:spMkLst>
            <pc:docMk/>
            <pc:sldMk cId="3039193628" sldId="263"/>
            <ac:spMk id="23" creationId="{AECFF9EF-FA89-D1A3-77A6-1B8F6016640E}"/>
          </ac:spMkLst>
        </pc:spChg>
        <pc:grpChg chg="add mod">
          <ac:chgData name="Graves, David" userId="5d5880fa-fb3b-4fa2-ab07-489efc33ef44" providerId="ADAL" clId="{61B067BF-F9A8-4264-9BB7-D782566EE448}" dt="2025-05-02T18:31:58.532" v="2703" actId="12788"/>
          <ac:grpSpMkLst>
            <pc:docMk/>
            <pc:sldMk cId="3039193628" sldId="263"/>
            <ac:grpSpMk id="21" creationId="{3CA49933-D499-3F73-5FDA-3CF63F165FA1}"/>
          </ac:grpSpMkLst>
        </pc:grpChg>
        <pc:graphicFrameChg chg="add mod modGraphic">
          <ac:chgData name="Graves, David" userId="5d5880fa-fb3b-4fa2-ab07-489efc33ef44" providerId="ADAL" clId="{61B067BF-F9A8-4264-9BB7-D782566EE448}" dt="2025-05-02T18:35:05.760" v="2716" actId="13926"/>
          <ac:graphicFrameMkLst>
            <pc:docMk/>
            <pc:sldMk cId="3039193628" sldId="263"/>
            <ac:graphicFrameMk id="15" creationId="{39556997-B0CC-CA90-EA29-7E003D1187BD}"/>
          </ac:graphicFrameMkLst>
        </pc:graphicFrameChg>
        <pc:picChg chg="add mod">
          <ac:chgData name="Graves, David" userId="5d5880fa-fb3b-4fa2-ab07-489efc33ef44" providerId="ADAL" clId="{61B067BF-F9A8-4264-9BB7-D782566EE448}" dt="2025-05-02T17:34:56.752" v="1371"/>
          <ac:picMkLst>
            <pc:docMk/>
            <pc:sldMk cId="3039193628" sldId="263"/>
            <ac:picMk id="5" creationId="{AE581560-7D3E-2CE1-3523-CC752E0A1D7C}"/>
          </ac:picMkLst>
        </pc:picChg>
        <pc:picChg chg="add mod">
          <ac:chgData name="Graves, David" userId="5d5880fa-fb3b-4fa2-ab07-489efc33ef44" providerId="ADAL" clId="{61B067BF-F9A8-4264-9BB7-D782566EE448}" dt="2025-05-02T18:31:52.880" v="2702" actId="164"/>
          <ac:picMkLst>
            <pc:docMk/>
            <pc:sldMk cId="3039193628" sldId="263"/>
            <ac:picMk id="18" creationId="{3F038EE2-6F5A-133F-9242-9B80BFC1B1ED}"/>
          </ac:picMkLst>
        </pc:picChg>
        <pc:picChg chg="add mod modCrop">
          <ac:chgData name="Graves, David" userId="5d5880fa-fb3b-4fa2-ab07-489efc33ef44" providerId="ADAL" clId="{61B067BF-F9A8-4264-9BB7-D782566EE448}" dt="2025-05-02T18:31:52.880" v="2702" actId="164"/>
          <ac:picMkLst>
            <pc:docMk/>
            <pc:sldMk cId="3039193628" sldId="263"/>
            <ac:picMk id="19" creationId="{1879D3F6-BCA4-677C-9D3D-4D605A8AC3A2}"/>
          </ac:picMkLst>
        </pc:picChg>
        <pc:picChg chg="add mod modCrop">
          <ac:chgData name="Graves, David" userId="5d5880fa-fb3b-4fa2-ab07-489efc33ef44" providerId="ADAL" clId="{61B067BF-F9A8-4264-9BB7-D782566EE448}" dt="2025-05-02T18:31:52.880" v="2702" actId="164"/>
          <ac:picMkLst>
            <pc:docMk/>
            <pc:sldMk cId="3039193628" sldId="263"/>
            <ac:picMk id="20" creationId="{356F3A5E-AD20-E85B-786E-3AEB952DB743}"/>
          </ac:picMkLst>
        </pc:picChg>
      </pc:sldChg>
      <pc:sldChg chg="addSp delSp modSp new mod setBg">
        <pc:chgData name="Graves, David" userId="5d5880fa-fb3b-4fa2-ab07-489efc33ef44" providerId="ADAL" clId="{61B067BF-F9A8-4264-9BB7-D782566EE448}" dt="2025-05-02T19:09:08.176" v="3826"/>
        <pc:sldMkLst>
          <pc:docMk/>
          <pc:sldMk cId="2617272970" sldId="264"/>
        </pc:sldMkLst>
        <pc:spChg chg="mod">
          <ac:chgData name="Graves, David" userId="5d5880fa-fb3b-4fa2-ab07-489efc33ef44" providerId="ADAL" clId="{61B067BF-F9A8-4264-9BB7-D782566EE448}" dt="2025-05-02T17:53:42.218" v="1872" actId="20577"/>
          <ac:spMkLst>
            <pc:docMk/>
            <pc:sldMk cId="2617272970" sldId="264"/>
            <ac:spMk id="2" creationId="{8EEB3BFB-B81B-94E0-8CAC-67D810B1927B}"/>
          </ac:spMkLst>
        </pc:spChg>
        <pc:spChg chg="add">
          <ac:chgData name="Graves, David" userId="5d5880fa-fb3b-4fa2-ab07-489efc33ef44" providerId="ADAL" clId="{61B067BF-F9A8-4264-9BB7-D782566EE448}" dt="2025-05-02T17:02:04.853" v="372" actId="26606"/>
          <ac:spMkLst>
            <pc:docMk/>
            <pc:sldMk cId="2617272970" sldId="264"/>
            <ac:spMk id="8" creationId="{1B15ED52-F352-441B-82BF-E0EA34836D08}"/>
          </ac:spMkLst>
        </pc:spChg>
        <pc:spChg chg="add mod">
          <ac:chgData name="Graves, David" userId="5d5880fa-fb3b-4fa2-ab07-489efc33ef44" providerId="ADAL" clId="{61B067BF-F9A8-4264-9BB7-D782566EE448}" dt="2025-05-02T18:13:08.243" v="2239"/>
          <ac:spMkLst>
            <pc:docMk/>
            <pc:sldMk cId="2617272970" sldId="264"/>
            <ac:spMk id="9" creationId="{FD005009-D67A-B363-7D64-85CFC58E4BFA}"/>
          </ac:spMkLst>
        </pc:spChg>
        <pc:spChg chg="add">
          <ac:chgData name="Graves, David" userId="5d5880fa-fb3b-4fa2-ab07-489efc33ef44" providerId="ADAL" clId="{61B067BF-F9A8-4264-9BB7-D782566EE448}" dt="2025-05-02T17:02:04.853" v="372" actId="26606"/>
          <ac:spMkLst>
            <pc:docMk/>
            <pc:sldMk cId="2617272970" sldId="264"/>
            <ac:spMk id="10" creationId="{3B2E3793-BFE6-45A2-9B7B-E18844431C99}"/>
          </ac:spMkLst>
        </pc:spChg>
        <pc:spChg chg="add mod">
          <ac:chgData name="Graves, David" userId="5d5880fa-fb3b-4fa2-ab07-489efc33ef44" providerId="ADAL" clId="{61B067BF-F9A8-4264-9BB7-D782566EE448}" dt="2025-05-02T18:13:08.243" v="2239"/>
          <ac:spMkLst>
            <pc:docMk/>
            <pc:sldMk cId="2617272970" sldId="264"/>
            <ac:spMk id="11" creationId="{8890658D-8E8A-17B9-34CE-94E610A054A2}"/>
          </ac:spMkLst>
        </pc:spChg>
        <pc:spChg chg="add">
          <ac:chgData name="Graves, David" userId="5d5880fa-fb3b-4fa2-ab07-489efc33ef44" providerId="ADAL" clId="{61B067BF-F9A8-4264-9BB7-D782566EE448}" dt="2025-05-02T17:02:04.853" v="372" actId="26606"/>
          <ac:spMkLst>
            <pc:docMk/>
            <pc:sldMk cId="2617272970" sldId="264"/>
            <ac:spMk id="12" creationId="{BC4C4868-CB8F-4AF9-9CDB-8108F2C19B67}"/>
          </ac:spMkLst>
        </pc:spChg>
        <pc:spChg chg="add mod">
          <ac:chgData name="Graves, David" userId="5d5880fa-fb3b-4fa2-ab07-489efc33ef44" providerId="ADAL" clId="{61B067BF-F9A8-4264-9BB7-D782566EE448}" dt="2025-05-02T18:13:08.243" v="2239"/>
          <ac:spMkLst>
            <pc:docMk/>
            <pc:sldMk cId="2617272970" sldId="264"/>
            <ac:spMk id="13" creationId="{1608FF78-9BA7-A94E-FCFC-023B196B02D0}"/>
          </ac:spMkLst>
        </pc:spChg>
        <pc:spChg chg="add">
          <ac:chgData name="Graves, David" userId="5d5880fa-fb3b-4fa2-ab07-489efc33ef44" providerId="ADAL" clId="{61B067BF-F9A8-4264-9BB7-D782566EE448}" dt="2025-05-02T17:02:04.853" v="372" actId="26606"/>
          <ac:spMkLst>
            <pc:docMk/>
            <pc:sldMk cId="2617272970" sldId="264"/>
            <ac:spMk id="14" creationId="{375E0459-6403-40CD-989D-56A4407CA12E}"/>
          </ac:spMkLst>
        </pc:spChg>
        <pc:spChg chg="add">
          <ac:chgData name="Graves, David" userId="5d5880fa-fb3b-4fa2-ab07-489efc33ef44" providerId="ADAL" clId="{61B067BF-F9A8-4264-9BB7-D782566EE448}" dt="2025-05-02T17:02:04.853" v="372" actId="26606"/>
          <ac:spMkLst>
            <pc:docMk/>
            <pc:sldMk cId="2617272970" sldId="264"/>
            <ac:spMk id="16" creationId="{53E5B1A8-3AC9-4BD1-9BBC-78CA94F2D1BA}"/>
          </ac:spMkLst>
        </pc:spChg>
        <pc:spChg chg="add mod">
          <ac:chgData name="Graves, David" userId="5d5880fa-fb3b-4fa2-ab07-489efc33ef44" providerId="ADAL" clId="{61B067BF-F9A8-4264-9BB7-D782566EE448}" dt="2025-05-02T19:09:08.176" v="3826"/>
          <ac:spMkLst>
            <pc:docMk/>
            <pc:sldMk cId="2617272970" sldId="264"/>
            <ac:spMk id="22" creationId="{0AB85054-0A19-F58B-FED7-F91583A06457}"/>
          </ac:spMkLst>
        </pc:spChg>
        <pc:graphicFrameChg chg="add mod modGraphic">
          <ac:chgData name="Graves, David" userId="5d5880fa-fb3b-4fa2-ab07-489efc33ef44" providerId="ADAL" clId="{61B067BF-F9A8-4264-9BB7-D782566EE448}" dt="2025-05-02T18:35:14.713" v="2718" actId="13926"/>
          <ac:graphicFrameMkLst>
            <pc:docMk/>
            <pc:sldMk cId="2617272970" sldId="264"/>
            <ac:graphicFrameMk id="17" creationId="{9C687443-FFD0-EAC8-9599-470AC4C340AA}"/>
          </ac:graphicFrameMkLst>
        </pc:graphicFrameChg>
        <pc:picChg chg="add mod">
          <ac:chgData name="Graves, David" userId="5d5880fa-fb3b-4fa2-ab07-489efc33ef44" providerId="ADAL" clId="{61B067BF-F9A8-4264-9BB7-D782566EE448}" dt="2025-05-02T17:34:58.962" v="1372"/>
          <ac:picMkLst>
            <pc:docMk/>
            <pc:sldMk cId="2617272970" sldId="264"/>
            <ac:picMk id="5" creationId="{820A2BA8-A71C-0585-5124-6245F0D722AE}"/>
          </ac:picMkLst>
        </pc:picChg>
        <pc:picChg chg="add mod">
          <ac:chgData name="Graves, David" userId="5d5880fa-fb3b-4fa2-ab07-489efc33ef44" providerId="ADAL" clId="{61B067BF-F9A8-4264-9BB7-D782566EE448}" dt="2025-05-02T18:36:40.207" v="2725" actId="1076"/>
          <ac:picMkLst>
            <pc:docMk/>
            <pc:sldMk cId="2617272970" sldId="264"/>
            <ac:picMk id="19" creationId="{1123A309-FA78-F077-B150-D1D67A8BEAC4}"/>
          </ac:picMkLst>
        </pc:picChg>
        <pc:picChg chg="add mod modCrop">
          <ac:chgData name="Graves, David" userId="5d5880fa-fb3b-4fa2-ab07-489efc33ef44" providerId="ADAL" clId="{61B067BF-F9A8-4264-9BB7-D782566EE448}" dt="2025-05-02T18:37:35.358" v="2732" actId="1076"/>
          <ac:picMkLst>
            <pc:docMk/>
            <pc:sldMk cId="2617272970" sldId="264"/>
            <ac:picMk id="20" creationId="{8A8E414B-D8DF-AB33-2AF9-85DCBA742631}"/>
          </ac:picMkLst>
        </pc:picChg>
        <pc:picChg chg="add mod modCrop">
          <ac:chgData name="Graves, David" userId="5d5880fa-fb3b-4fa2-ab07-489efc33ef44" providerId="ADAL" clId="{61B067BF-F9A8-4264-9BB7-D782566EE448}" dt="2025-05-02T18:38:23.095" v="2740" actId="1076"/>
          <ac:picMkLst>
            <pc:docMk/>
            <pc:sldMk cId="2617272970" sldId="264"/>
            <ac:picMk id="21" creationId="{22FA8415-59F9-0257-FEB0-FEC77849A58B}"/>
          </ac:picMkLst>
        </pc:picChg>
      </pc:sldChg>
      <pc:sldChg chg="addSp delSp modSp new mod ord setBg">
        <pc:chgData name="Graves, David" userId="5d5880fa-fb3b-4fa2-ab07-489efc33ef44" providerId="ADAL" clId="{61B067BF-F9A8-4264-9BB7-D782566EE448}" dt="2025-05-05T13:00:44.015" v="3873"/>
        <pc:sldMkLst>
          <pc:docMk/>
          <pc:sldMk cId="454711916" sldId="265"/>
        </pc:sldMkLst>
        <pc:spChg chg="mod">
          <ac:chgData name="Graves, David" userId="5d5880fa-fb3b-4fa2-ab07-489efc33ef44" providerId="ADAL" clId="{61B067BF-F9A8-4264-9BB7-D782566EE448}" dt="2025-05-02T18:24:14.592" v="2643" actId="20577"/>
          <ac:spMkLst>
            <pc:docMk/>
            <pc:sldMk cId="454711916" sldId="265"/>
            <ac:spMk id="2" creationId="{7273FF4C-8DE3-A0FF-3EF3-81102BCDA70D}"/>
          </ac:spMkLst>
        </pc:spChg>
        <pc:spChg chg="add del mod">
          <ac:chgData name="Graves, David" userId="5d5880fa-fb3b-4fa2-ab07-489efc33ef44" providerId="ADAL" clId="{61B067BF-F9A8-4264-9BB7-D782566EE448}" dt="2025-05-05T13:00:44.015" v="3873"/>
          <ac:spMkLst>
            <pc:docMk/>
            <pc:sldMk cId="454711916" sldId="265"/>
            <ac:spMk id="3" creationId="{77EF9171-0280-96DB-7A1E-59DFBF27899D}"/>
          </ac:spMkLst>
        </pc:spChg>
        <pc:spChg chg="add">
          <ac:chgData name="Graves, David" userId="5d5880fa-fb3b-4fa2-ab07-489efc33ef44" providerId="ADAL" clId="{61B067BF-F9A8-4264-9BB7-D782566EE448}" dt="2025-05-02T17:02:17.900" v="373" actId="26606"/>
          <ac:spMkLst>
            <pc:docMk/>
            <pc:sldMk cId="454711916" sldId="265"/>
            <ac:spMk id="8" creationId="{1B15ED52-F352-441B-82BF-E0EA34836D08}"/>
          </ac:spMkLst>
        </pc:spChg>
        <pc:spChg chg="add">
          <ac:chgData name="Graves, David" userId="5d5880fa-fb3b-4fa2-ab07-489efc33ef44" providerId="ADAL" clId="{61B067BF-F9A8-4264-9BB7-D782566EE448}" dt="2025-05-02T17:02:17.900" v="373" actId="26606"/>
          <ac:spMkLst>
            <pc:docMk/>
            <pc:sldMk cId="454711916" sldId="265"/>
            <ac:spMk id="10" creationId="{3B2E3793-BFE6-45A2-9B7B-E18844431C99}"/>
          </ac:spMkLst>
        </pc:spChg>
        <pc:spChg chg="add">
          <ac:chgData name="Graves, David" userId="5d5880fa-fb3b-4fa2-ab07-489efc33ef44" providerId="ADAL" clId="{61B067BF-F9A8-4264-9BB7-D782566EE448}" dt="2025-05-02T17:02:17.900" v="373" actId="26606"/>
          <ac:spMkLst>
            <pc:docMk/>
            <pc:sldMk cId="454711916" sldId="265"/>
            <ac:spMk id="12" creationId="{BC4C4868-CB8F-4AF9-9CDB-8108F2C19B67}"/>
          </ac:spMkLst>
        </pc:spChg>
        <pc:spChg chg="add">
          <ac:chgData name="Graves, David" userId="5d5880fa-fb3b-4fa2-ab07-489efc33ef44" providerId="ADAL" clId="{61B067BF-F9A8-4264-9BB7-D782566EE448}" dt="2025-05-02T17:02:17.900" v="373" actId="26606"/>
          <ac:spMkLst>
            <pc:docMk/>
            <pc:sldMk cId="454711916" sldId="265"/>
            <ac:spMk id="14" creationId="{375E0459-6403-40CD-989D-56A4407CA12E}"/>
          </ac:spMkLst>
        </pc:spChg>
        <pc:spChg chg="add">
          <ac:chgData name="Graves, David" userId="5d5880fa-fb3b-4fa2-ab07-489efc33ef44" providerId="ADAL" clId="{61B067BF-F9A8-4264-9BB7-D782566EE448}" dt="2025-05-02T17:02:17.900" v="373" actId="26606"/>
          <ac:spMkLst>
            <pc:docMk/>
            <pc:sldMk cId="454711916" sldId="265"/>
            <ac:spMk id="16" creationId="{53E5B1A8-3AC9-4BD1-9BBC-78CA94F2D1BA}"/>
          </ac:spMkLst>
        </pc:spChg>
        <pc:picChg chg="add mod">
          <ac:chgData name="Graves, David" userId="5d5880fa-fb3b-4fa2-ab07-489efc33ef44" providerId="ADAL" clId="{61B067BF-F9A8-4264-9BB7-D782566EE448}" dt="2025-05-02T17:35:00.986" v="1373"/>
          <ac:picMkLst>
            <pc:docMk/>
            <pc:sldMk cId="454711916" sldId="265"/>
            <ac:picMk id="6" creationId="{665B81C7-2098-21DA-63C7-90CA69EF421A}"/>
          </ac:picMkLst>
        </pc:picChg>
      </pc:sldChg>
      <pc:sldChg chg="addSp delSp modSp new mod setBg">
        <pc:chgData name="Graves, David" userId="5d5880fa-fb3b-4fa2-ab07-489efc33ef44" providerId="ADAL" clId="{61B067BF-F9A8-4264-9BB7-D782566EE448}" dt="2025-05-02T17:35:03.704" v="1374"/>
        <pc:sldMkLst>
          <pc:docMk/>
          <pc:sldMk cId="206968107" sldId="266"/>
        </pc:sldMkLst>
        <pc:spChg chg="mod">
          <ac:chgData name="Graves, David" userId="5d5880fa-fb3b-4fa2-ab07-489efc33ef44" providerId="ADAL" clId="{61B067BF-F9A8-4264-9BB7-D782566EE448}" dt="2025-05-02T17:02:23.874" v="374" actId="26606"/>
          <ac:spMkLst>
            <pc:docMk/>
            <pc:sldMk cId="206968107" sldId="266"/>
            <ac:spMk id="2" creationId="{DF2AB675-5EB8-1398-A6B4-AE314F549BCF}"/>
          </ac:spMkLst>
        </pc:spChg>
        <pc:spChg chg="add">
          <ac:chgData name="Graves, David" userId="5d5880fa-fb3b-4fa2-ab07-489efc33ef44" providerId="ADAL" clId="{61B067BF-F9A8-4264-9BB7-D782566EE448}" dt="2025-05-02T17:02:23.874" v="374" actId="26606"/>
          <ac:spMkLst>
            <pc:docMk/>
            <pc:sldMk cId="206968107" sldId="266"/>
            <ac:spMk id="8" creationId="{1B15ED52-F352-441B-82BF-E0EA34836D08}"/>
          </ac:spMkLst>
        </pc:spChg>
        <pc:spChg chg="add">
          <ac:chgData name="Graves, David" userId="5d5880fa-fb3b-4fa2-ab07-489efc33ef44" providerId="ADAL" clId="{61B067BF-F9A8-4264-9BB7-D782566EE448}" dt="2025-05-02T17:02:23.874" v="374" actId="26606"/>
          <ac:spMkLst>
            <pc:docMk/>
            <pc:sldMk cId="206968107" sldId="266"/>
            <ac:spMk id="10" creationId="{3B2E3793-BFE6-45A2-9B7B-E18844431C99}"/>
          </ac:spMkLst>
        </pc:spChg>
        <pc:spChg chg="add">
          <ac:chgData name="Graves, David" userId="5d5880fa-fb3b-4fa2-ab07-489efc33ef44" providerId="ADAL" clId="{61B067BF-F9A8-4264-9BB7-D782566EE448}" dt="2025-05-02T17:02:23.874" v="374" actId="26606"/>
          <ac:spMkLst>
            <pc:docMk/>
            <pc:sldMk cId="206968107" sldId="266"/>
            <ac:spMk id="12" creationId="{BC4C4868-CB8F-4AF9-9CDB-8108F2C19B67}"/>
          </ac:spMkLst>
        </pc:spChg>
        <pc:spChg chg="add">
          <ac:chgData name="Graves, David" userId="5d5880fa-fb3b-4fa2-ab07-489efc33ef44" providerId="ADAL" clId="{61B067BF-F9A8-4264-9BB7-D782566EE448}" dt="2025-05-02T17:02:23.874" v="374" actId="26606"/>
          <ac:spMkLst>
            <pc:docMk/>
            <pc:sldMk cId="206968107" sldId="266"/>
            <ac:spMk id="14" creationId="{375E0459-6403-40CD-989D-56A4407CA12E}"/>
          </ac:spMkLst>
        </pc:spChg>
        <pc:spChg chg="add">
          <ac:chgData name="Graves, David" userId="5d5880fa-fb3b-4fa2-ab07-489efc33ef44" providerId="ADAL" clId="{61B067BF-F9A8-4264-9BB7-D782566EE448}" dt="2025-05-02T17:02:23.874" v="374" actId="26606"/>
          <ac:spMkLst>
            <pc:docMk/>
            <pc:sldMk cId="206968107" sldId="266"/>
            <ac:spMk id="16" creationId="{53E5B1A8-3AC9-4BD1-9BBC-78CA94F2D1BA}"/>
          </ac:spMkLst>
        </pc:spChg>
        <pc:picChg chg="add mod">
          <ac:chgData name="Graves, David" userId="5d5880fa-fb3b-4fa2-ab07-489efc33ef44" providerId="ADAL" clId="{61B067BF-F9A8-4264-9BB7-D782566EE448}" dt="2025-05-02T17:35:03.704" v="1374"/>
          <ac:picMkLst>
            <pc:docMk/>
            <pc:sldMk cId="206968107" sldId="266"/>
            <ac:picMk id="5" creationId="{16962ADB-2C9C-20F7-499E-3A97763C667A}"/>
          </ac:picMkLst>
        </pc:picChg>
      </pc:sldChg>
      <pc:sldChg chg="addSp delSp modSp new mod setBg">
        <pc:chgData name="Graves, David" userId="5d5880fa-fb3b-4fa2-ab07-489efc33ef44" providerId="ADAL" clId="{61B067BF-F9A8-4264-9BB7-D782566EE448}" dt="2025-05-02T17:35:06.352" v="1375"/>
        <pc:sldMkLst>
          <pc:docMk/>
          <pc:sldMk cId="3118799594" sldId="267"/>
        </pc:sldMkLst>
        <pc:spChg chg="mod">
          <ac:chgData name="Graves, David" userId="5d5880fa-fb3b-4fa2-ab07-489efc33ef44" providerId="ADAL" clId="{61B067BF-F9A8-4264-9BB7-D782566EE448}" dt="2025-05-02T17:02:29.260" v="375" actId="26606"/>
          <ac:spMkLst>
            <pc:docMk/>
            <pc:sldMk cId="3118799594" sldId="267"/>
            <ac:spMk id="2" creationId="{104129AC-CAB2-5566-A8A2-E9C62F3FA637}"/>
          </ac:spMkLst>
        </pc:spChg>
        <pc:spChg chg="add">
          <ac:chgData name="Graves, David" userId="5d5880fa-fb3b-4fa2-ab07-489efc33ef44" providerId="ADAL" clId="{61B067BF-F9A8-4264-9BB7-D782566EE448}" dt="2025-05-02T17:02:29.260" v="375" actId="26606"/>
          <ac:spMkLst>
            <pc:docMk/>
            <pc:sldMk cId="3118799594" sldId="267"/>
            <ac:spMk id="8" creationId="{1B15ED52-F352-441B-82BF-E0EA34836D08}"/>
          </ac:spMkLst>
        </pc:spChg>
        <pc:spChg chg="add">
          <ac:chgData name="Graves, David" userId="5d5880fa-fb3b-4fa2-ab07-489efc33ef44" providerId="ADAL" clId="{61B067BF-F9A8-4264-9BB7-D782566EE448}" dt="2025-05-02T17:02:29.260" v="375" actId="26606"/>
          <ac:spMkLst>
            <pc:docMk/>
            <pc:sldMk cId="3118799594" sldId="267"/>
            <ac:spMk id="10" creationId="{3B2E3793-BFE6-45A2-9B7B-E18844431C99}"/>
          </ac:spMkLst>
        </pc:spChg>
        <pc:spChg chg="add">
          <ac:chgData name="Graves, David" userId="5d5880fa-fb3b-4fa2-ab07-489efc33ef44" providerId="ADAL" clId="{61B067BF-F9A8-4264-9BB7-D782566EE448}" dt="2025-05-02T17:02:29.260" v="375" actId="26606"/>
          <ac:spMkLst>
            <pc:docMk/>
            <pc:sldMk cId="3118799594" sldId="267"/>
            <ac:spMk id="12" creationId="{BC4C4868-CB8F-4AF9-9CDB-8108F2C19B67}"/>
          </ac:spMkLst>
        </pc:spChg>
        <pc:spChg chg="add">
          <ac:chgData name="Graves, David" userId="5d5880fa-fb3b-4fa2-ab07-489efc33ef44" providerId="ADAL" clId="{61B067BF-F9A8-4264-9BB7-D782566EE448}" dt="2025-05-02T17:02:29.260" v="375" actId="26606"/>
          <ac:spMkLst>
            <pc:docMk/>
            <pc:sldMk cId="3118799594" sldId="267"/>
            <ac:spMk id="14" creationId="{375E0459-6403-40CD-989D-56A4407CA12E}"/>
          </ac:spMkLst>
        </pc:spChg>
        <pc:spChg chg="add">
          <ac:chgData name="Graves, David" userId="5d5880fa-fb3b-4fa2-ab07-489efc33ef44" providerId="ADAL" clId="{61B067BF-F9A8-4264-9BB7-D782566EE448}" dt="2025-05-02T17:02:29.260" v="375" actId="26606"/>
          <ac:spMkLst>
            <pc:docMk/>
            <pc:sldMk cId="3118799594" sldId="267"/>
            <ac:spMk id="16" creationId="{53E5B1A8-3AC9-4BD1-9BBC-78CA94F2D1BA}"/>
          </ac:spMkLst>
        </pc:spChg>
        <pc:picChg chg="add mod">
          <ac:chgData name="Graves, David" userId="5d5880fa-fb3b-4fa2-ab07-489efc33ef44" providerId="ADAL" clId="{61B067BF-F9A8-4264-9BB7-D782566EE448}" dt="2025-05-02T17:35:06.352" v="1375"/>
          <ac:picMkLst>
            <pc:docMk/>
            <pc:sldMk cId="3118799594" sldId="267"/>
            <ac:picMk id="5" creationId="{B5A0DAFF-01F7-0239-61B4-B3FA4B938201}"/>
          </ac:picMkLst>
        </pc:picChg>
      </pc:sldChg>
      <pc:sldChg chg="new del">
        <pc:chgData name="Graves, David" userId="5d5880fa-fb3b-4fa2-ab07-489efc33ef44" providerId="ADAL" clId="{61B067BF-F9A8-4264-9BB7-D782566EE448}" dt="2025-05-02T18:08:40.404" v="2110" actId="47"/>
        <pc:sldMkLst>
          <pc:docMk/>
          <pc:sldMk cId="2015764807" sldId="268"/>
        </pc:sldMkLst>
      </pc:sldChg>
      <pc:sldChg chg="addSp delSp modSp add mod setBg delDesignElem">
        <pc:chgData name="Graves, David" userId="5d5880fa-fb3b-4fa2-ab07-489efc33ef44" providerId="ADAL" clId="{61B067BF-F9A8-4264-9BB7-D782566EE448}" dt="2025-05-02T19:10:01.361" v="3842" actId="1035"/>
        <pc:sldMkLst>
          <pc:docMk/>
          <pc:sldMk cId="3822104733" sldId="269"/>
        </pc:sldMkLst>
        <pc:spChg chg="add mod">
          <ac:chgData name="Graves, David" userId="5d5880fa-fb3b-4fa2-ab07-489efc33ef44" providerId="ADAL" clId="{61B067BF-F9A8-4264-9BB7-D782566EE448}" dt="2025-05-02T18:10:19.001" v="2153" actId="20577"/>
          <ac:spMkLst>
            <pc:docMk/>
            <pc:sldMk cId="3822104733" sldId="269"/>
            <ac:spMk id="5" creationId="{D028D0BE-4858-19B4-DC90-3F453AFBD5AD}"/>
          </ac:spMkLst>
        </pc:spChg>
        <pc:spChg chg="add">
          <ac:chgData name="Graves, David" userId="5d5880fa-fb3b-4fa2-ab07-489efc33ef44" providerId="ADAL" clId="{61B067BF-F9A8-4264-9BB7-D782566EE448}" dt="2025-05-02T18:08:47.161" v="2111" actId="26606"/>
          <ac:spMkLst>
            <pc:docMk/>
            <pc:sldMk cId="3822104733" sldId="269"/>
            <ac:spMk id="11" creationId="{2151139A-886F-4B97-8815-729AD3831BBD}"/>
          </ac:spMkLst>
        </pc:spChg>
        <pc:spChg chg="add">
          <ac:chgData name="Graves, David" userId="5d5880fa-fb3b-4fa2-ab07-489efc33ef44" providerId="ADAL" clId="{61B067BF-F9A8-4264-9BB7-D782566EE448}" dt="2025-05-02T18:08:47.161" v="2111" actId="26606"/>
          <ac:spMkLst>
            <pc:docMk/>
            <pc:sldMk cId="3822104733" sldId="269"/>
            <ac:spMk id="13" creationId="{AB5E08C4-8CDD-4623-A5B8-E998C6DEE3B7}"/>
          </ac:spMkLst>
        </pc:spChg>
        <pc:spChg chg="add">
          <ac:chgData name="Graves, David" userId="5d5880fa-fb3b-4fa2-ab07-489efc33ef44" providerId="ADAL" clId="{61B067BF-F9A8-4264-9BB7-D782566EE448}" dt="2025-05-02T18:08:47.161" v="2111" actId="26606"/>
          <ac:spMkLst>
            <pc:docMk/>
            <pc:sldMk cId="3822104733" sldId="269"/>
            <ac:spMk id="15" creationId="{15F33878-D502-4FFA-8ACE-F2AECDB2A23F}"/>
          </ac:spMkLst>
        </pc:spChg>
        <pc:spChg chg="add">
          <ac:chgData name="Graves, David" userId="5d5880fa-fb3b-4fa2-ab07-489efc33ef44" providerId="ADAL" clId="{61B067BF-F9A8-4264-9BB7-D782566EE448}" dt="2025-05-02T18:08:47.161" v="2111" actId="26606"/>
          <ac:spMkLst>
            <pc:docMk/>
            <pc:sldMk cId="3822104733" sldId="269"/>
            <ac:spMk id="17" creationId="{D3539FEE-81D3-4406-802E-60B20B16F4F6}"/>
          </ac:spMkLst>
        </pc:spChg>
        <pc:spChg chg="add mod">
          <ac:chgData name="Graves, David" userId="5d5880fa-fb3b-4fa2-ab07-489efc33ef44" providerId="ADAL" clId="{61B067BF-F9A8-4264-9BB7-D782566EE448}" dt="2025-05-02T19:09:17.649" v="3828" actId="1076"/>
          <ac:spMkLst>
            <pc:docMk/>
            <pc:sldMk cId="3822104733" sldId="269"/>
            <ac:spMk id="18" creationId="{95629E1B-E48B-724F-19E7-014D2EBD3353}"/>
          </ac:spMkLst>
        </pc:spChg>
        <pc:spChg chg="add">
          <ac:chgData name="Graves, David" userId="5d5880fa-fb3b-4fa2-ab07-489efc33ef44" providerId="ADAL" clId="{61B067BF-F9A8-4264-9BB7-D782566EE448}" dt="2025-05-02T18:08:47.161" v="2111" actId="26606"/>
          <ac:spMkLst>
            <pc:docMk/>
            <pc:sldMk cId="3822104733" sldId="269"/>
            <ac:spMk id="19" creationId="{DC701763-729E-462F-A5A8-E0DEFEB1E2E4}"/>
          </ac:spMkLst>
        </pc:spChg>
        <pc:spChg chg="add mod">
          <ac:chgData name="Graves, David" userId="5d5880fa-fb3b-4fa2-ab07-489efc33ef44" providerId="ADAL" clId="{61B067BF-F9A8-4264-9BB7-D782566EE448}" dt="2025-05-02T19:10:01.361" v="3842" actId="1035"/>
          <ac:spMkLst>
            <pc:docMk/>
            <pc:sldMk cId="3822104733" sldId="269"/>
            <ac:spMk id="21" creationId="{C271D769-FC2B-12CE-4F9A-3D48CD7980ED}"/>
          </ac:spMkLst>
        </pc:spChg>
        <pc:spChg chg="add mod">
          <ac:chgData name="Graves, David" userId="5d5880fa-fb3b-4fa2-ab07-489efc33ef44" providerId="ADAL" clId="{61B067BF-F9A8-4264-9BB7-D782566EE448}" dt="2025-05-02T19:00:35.161" v="3640" actId="20577"/>
          <ac:spMkLst>
            <pc:docMk/>
            <pc:sldMk cId="3822104733" sldId="269"/>
            <ac:spMk id="22" creationId="{AF99CFDB-B86C-E220-F2CE-5F4EE9DC54CE}"/>
          </ac:spMkLst>
        </pc:spChg>
        <pc:spChg chg="add mod">
          <ac:chgData name="Graves, David" userId="5d5880fa-fb3b-4fa2-ab07-489efc33ef44" providerId="ADAL" clId="{61B067BF-F9A8-4264-9BB7-D782566EE448}" dt="2025-05-02T19:09:23.268" v="3839" actId="1035"/>
          <ac:spMkLst>
            <pc:docMk/>
            <pc:sldMk cId="3822104733" sldId="269"/>
            <ac:spMk id="25" creationId="{1D894AF9-40EB-05E2-B342-917360824B8D}"/>
          </ac:spMkLst>
        </pc:spChg>
        <pc:spChg chg="add mod">
          <ac:chgData name="Graves, David" userId="5d5880fa-fb3b-4fa2-ab07-489efc33ef44" providerId="ADAL" clId="{61B067BF-F9A8-4264-9BB7-D782566EE448}" dt="2025-05-02T19:09:10.347" v="3827"/>
          <ac:spMkLst>
            <pc:docMk/>
            <pc:sldMk cId="3822104733" sldId="269"/>
            <ac:spMk id="27" creationId="{7D74DD52-9B74-90FC-C7C6-37E6488E90A1}"/>
          </ac:spMkLst>
        </pc:spChg>
        <pc:grpChg chg="add mod">
          <ac:chgData name="Graves, David" userId="5d5880fa-fb3b-4fa2-ab07-489efc33ef44" providerId="ADAL" clId="{61B067BF-F9A8-4264-9BB7-D782566EE448}" dt="2025-05-02T19:09:23.268" v="3839" actId="1035"/>
          <ac:grpSpMkLst>
            <pc:docMk/>
            <pc:sldMk cId="3822104733" sldId="269"/>
            <ac:grpSpMk id="23" creationId="{F8134672-8317-C687-3F1A-5F2CD7D98250}"/>
          </ac:grpSpMkLst>
        </pc:grpChg>
        <pc:graphicFrameChg chg="add mod modGraphic">
          <ac:chgData name="Graves, David" userId="5d5880fa-fb3b-4fa2-ab07-489efc33ef44" providerId="ADAL" clId="{61B067BF-F9A8-4264-9BB7-D782566EE448}" dt="2025-05-02T19:09:23.268" v="3839" actId="1035"/>
          <ac:graphicFrameMkLst>
            <pc:docMk/>
            <pc:sldMk cId="3822104733" sldId="269"/>
            <ac:graphicFrameMk id="24" creationId="{F0DED76F-0FD7-E26E-553E-92119AFA9633}"/>
          </ac:graphicFrameMkLst>
        </pc:graphicFrameChg>
        <pc:picChg chg="add mod">
          <ac:chgData name="Graves, David" userId="5d5880fa-fb3b-4fa2-ab07-489efc33ef44" providerId="ADAL" clId="{61B067BF-F9A8-4264-9BB7-D782566EE448}" dt="2025-05-02T18:09:15.205" v="2129"/>
          <ac:picMkLst>
            <pc:docMk/>
            <pc:sldMk cId="3822104733" sldId="269"/>
            <ac:picMk id="3" creationId="{955C9BCC-82DB-3E1E-1B85-0EFB035C6E2B}"/>
          </ac:picMkLst>
        </pc:picChg>
        <pc:picChg chg="add mod modCrop">
          <ac:chgData name="Graves, David" userId="5d5880fa-fb3b-4fa2-ab07-489efc33ef44" providerId="ADAL" clId="{61B067BF-F9A8-4264-9BB7-D782566EE448}" dt="2025-05-02T18:58:19.491" v="3603" actId="164"/>
          <ac:picMkLst>
            <pc:docMk/>
            <pc:sldMk cId="3822104733" sldId="269"/>
            <ac:picMk id="20" creationId="{6A401BFD-C178-4808-527E-D89D641E8CD1}"/>
          </ac:picMkLst>
        </pc:picChg>
      </pc:sldChg>
    </pc:docChg>
  </pc:docChgLst>
  <pc:docChgLst>
    <pc:chgData name="David Graves" userId="8e14a57ce3a7a178" providerId="LiveId" clId="{FB704497-FC40-4FBF-9546-BE0CA164FA4E}"/>
    <pc:docChg chg="undo custSel modSld">
      <pc:chgData name="David Graves" userId="8e14a57ce3a7a178" providerId="LiveId" clId="{FB704497-FC40-4FBF-9546-BE0CA164FA4E}" dt="2025-05-05T15:30:18.917" v="4594" actId="20577"/>
      <pc:docMkLst>
        <pc:docMk/>
      </pc:docMkLst>
      <pc:sldChg chg="modSp mod">
        <pc:chgData name="David Graves" userId="8e14a57ce3a7a178" providerId="LiveId" clId="{FB704497-FC40-4FBF-9546-BE0CA164FA4E}" dt="2025-05-05T15:28:36.125" v="4562" actId="20577"/>
        <pc:sldMkLst>
          <pc:docMk/>
          <pc:sldMk cId="678104563" sldId="259"/>
        </pc:sldMkLst>
        <pc:spChg chg="mod">
          <ac:chgData name="David Graves" userId="8e14a57ce3a7a178" providerId="LiveId" clId="{FB704497-FC40-4FBF-9546-BE0CA164FA4E}" dt="2025-05-05T15:28:36.125" v="4562" actId="20577"/>
          <ac:spMkLst>
            <pc:docMk/>
            <pc:sldMk cId="678104563" sldId="259"/>
            <ac:spMk id="2" creationId="{7CB03A74-9203-E9D4-22A4-5BB1E08872CB}"/>
          </ac:spMkLst>
        </pc:spChg>
        <pc:spChg chg="mod">
          <ac:chgData name="David Graves" userId="8e14a57ce3a7a178" providerId="LiveId" clId="{FB704497-FC40-4FBF-9546-BE0CA164FA4E}" dt="2025-05-05T14:28:14.053" v="2540" actId="5793"/>
          <ac:spMkLst>
            <pc:docMk/>
            <pc:sldMk cId="678104563" sldId="259"/>
            <ac:spMk id="5" creationId="{271181C9-6EA3-7FF8-CDB9-5C54ACC094DA}"/>
          </ac:spMkLst>
        </pc:spChg>
      </pc:sldChg>
      <pc:sldChg chg="addSp delSp modSp mod">
        <pc:chgData name="David Graves" userId="8e14a57ce3a7a178" providerId="LiveId" clId="{FB704497-FC40-4FBF-9546-BE0CA164FA4E}" dt="2025-05-05T15:30:18.917" v="4594" actId="20577"/>
        <pc:sldMkLst>
          <pc:docMk/>
          <pc:sldMk cId="454711916" sldId="265"/>
        </pc:sldMkLst>
        <pc:spChg chg="mod">
          <ac:chgData name="David Graves" userId="8e14a57ce3a7a178" providerId="LiveId" clId="{FB704497-FC40-4FBF-9546-BE0CA164FA4E}" dt="2025-05-05T15:30:18.917" v="4594" actId="20577"/>
          <ac:spMkLst>
            <pc:docMk/>
            <pc:sldMk cId="454711916" sldId="265"/>
            <ac:spMk id="2" creationId="{7273FF4C-8DE3-A0FF-3EF3-81102BCDA70D}"/>
          </ac:spMkLst>
        </pc:spChg>
        <pc:spChg chg="add del mod">
          <ac:chgData name="David Graves" userId="8e14a57ce3a7a178" providerId="LiveId" clId="{FB704497-FC40-4FBF-9546-BE0CA164FA4E}" dt="2025-05-05T13:19:46.237" v="320"/>
          <ac:spMkLst>
            <pc:docMk/>
            <pc:sldMk cId="454711916" sldId="265"/>
            <ac:spMk id="4" creationId="{D50730DA-4363-8009-9E38-0DB31A9E8FCC}"/>
          </ac:spMkLst>
        </pc:spChg>
        <pc:spChg chg="add mod">
          <ac:chgData name="David Graves" userId="8e14a57ce3a7a178" providerId="LiveId" clId="{FB704497-FC40-4FBF-9546-BE0CA164FA4E}" dt="2025-05-05T13:43:07.267" v="1292" actId="20577"/>
          <ac:spMkLst>
            <pc:docMk/>
            <pc:sldMk cId="454711916" sldId="265"/>
            <ac:spMk id="5" creationId="{3116C106-B830-13A9-BDE3-C8378128980A}"/>
          </ac:spMkLst>
        </pc:spChg>
        <pc:graphicFrameChg chg="add mod modGraphic">
          <ac:chgData name="David Graves" userId="8e14a57ce3a7a178" providerId="LiveId" clId="{FB704497-FC40-4FBF-9546-BE0CA164FA4E}" dt="2025-05-05T13:20:06.559" v="322" actId="14100"/>
          <ac:graphicFrameMkLst>
            <pc:docMk/>
            <pc:sldMk cId="454711916" sldId="265"/>
            <ac:graphicFrameMk id="3" creationId="{9D82857A-B5B4-C169-7BB7-4F4FE3F54DBD}"/>
          </ac:graphicFrameMkLst>
        </pc:graphicFrameChg>
      </pc:sldChg>
      <pc:sldChg chg="addSp delSp modSp mod">
        <pc:chgData name="David Graves" userId="8e14a57ce3a7a178" providerId="LiveId" clId="{FB704497-FC40-4FBF-9546-BE0CA164FA4E}" dt="2025-05-05T14:32:05.088" v="2833" actId="20577"/>
        <pc:sldMkLst>
          <pc:docMk/>
          <pc:sldMk cId="206968107" sldId="266"/>
        </pc:sldMkLst>
        <pc:spChg chg="del">
          <ac:chgData name="David Graves" userId="8e14a57ce3a7a178" providerId="LiveId" clId="{FB704497-FC40-4FBF-9546-BE0CA164FA4E}" dt="2025-05-05T13:54:56.116" v="1293" actId="478"/>
          <ac:spMkLst>
            <pc:docMk/>
            <pc:sldMk cId="206968107" sldId="266"/>
            <ac:spMk id="3" creationId="{CB15565A-2D1A-B75C-E53E-F9890E0F6397}"/>
          </ac:spMkLst>
        </pc:spChg>
        <pc:spChg chg="add mod">
          <ac:chgData name="David Graves" userId="8e14a57ce3a7a178" providerId="LiveId" clId="{FB704497-FC40-4FBF-9546-BE0CA164FA4E}" dt="2025-05-05T14:32:05.088" v="2833" actId="20577"/>
          <ac:spMkLst>
            <pc:docMk/>
            <pc:sldMk cId="206968107" sldId="266"/>
            <ac:spMk id="4" creationId="{425DC63E-5453-BA00-C617-390634F5104E}"/>
          </ac:spMkLst>
        </pc:spChg>
        <pc:spChg chg="add mod">
          <ac:chgData name="David Graves" userId="8e14a57ce3a7a178" providerId="LiveId" clId="{FB704497-FC40-4FBF-9546-BE0CA164FA4E}" dt="2025-05-05T14:16:57.449" v="2223" actId="20577"/>
          <ac:spMkLst>
            <pc:docMk/>
            <pc:sldMk cId="206968107" sldId="266"/>
            <ac:spMk id="6" creationId="{6F03836A-F804-688C-015F-38E757A476F2}"/>
          </ac:spMkLst>
        </pc:spChg>
        <pc:spChg chg="add mod">
          <ac:chgData name="David Graves" userId="8e14a57ce3a7a178" providerId="LiveId" clId="{FB704497-FC40-4FBF-9546-BE0CA164FA4E}" dt="2025-05-05T14:05:24.925" v="1820" actId="113"/>
          <ac:spMkLst>
            <pc:docMk/>
            <pc:sldMk cId="206968107" sldId="266"/>
            <ac:spMk id="7" creationId="{82F7BE74-3F5C-97AD-9C77-F91294BEF012}"/>
          </ac:spMkLst>
        </pc:spChg>
      </pc:sldChg>
      <pc:sldChg chg="addSp delSp modSp mod">
        <pc:chgData name="David Graves" userId="8e14a57ce3a7a178" providerId="LiveId" clId="{FB704497-FC40-4FBF-9546-BE0CA164FA4E}" dt="2025-05-05T15:27:58.830" v="4561" actId="1076"/>
        <pc:sldMkLst>
          <pc:docMk/>
          <pc:sldMk cId="3118799594" sldId="267"/>
        </pc:sldMkLst>
        <pc:spChg chg="del">
          <ac:chgData name="David Graves" userId="8e14a57ce3a7a178" providerId="LiveId" clId="{FB704497-FC40-4FBF-9546-BE0CA164FA4E}" dt="2025-05-05T14:37:51.306" v="2834" actId="478"/>
          <ac:spMkLst>
            <pc:docMk/>
            <pc:sldMk cId="3118799594" sldId="267"/>
            <ac:spMk id="3" creationId="{F25065E6-5752-27BC-22B2-8E85D40B0461}"/>
          </ac:spMkLst>
        </pc:spChg>
        <pc:spChg chg="add mod">
          <ac:chgData name="David Graves" userId="8e14a57ce3a7a178" providerId="LiveId" clId="{FB704497-FC40-4FBF-9546-BE0CA164FA4E}" dt="2025-05-05T15:27:58.830" v="4561" actId="1076"/>
          <ac:spMkLst>
            <pc:docMk/>
            <pc:sldMk cId="3118799594" sldId="267"/>
            <ac:spMk id="4" creationId="{2BD0ACC0-363F-E1C5-E2A4-123BFA2C65D1}"/>
          </ac:spMkLst>
        </pc:spChg>
      </pc:sldChg>
      <pc:sldChg chg="modSp mod">
        <pc:chgData name="David Graves" userId="8e14a57ce3a7a178" providerId="LiveId" clId="{FB704497-FC40-4FBF-9546-BE0CA164FA4E}" dt="2025-05-05T13:17:35.927" v="21" actId="20577"/>
        <pc:sldMkLst>
          <pc:docMk/>
          <pc:sldMk cId="3822104733" sldId="269"/>
        </pc:sldMkLst>
        <pc:graphicFrameChg chg="modGraphic">
          <ac:chgData name="David Graves" userId="8e14a57ce3a7a178" providerId="LiveId" clId="{FB704497-FC40-4FBF-9546-BE0CA164FA4E}" dt="2025-05-05T13:17:35.927" v="21" actId="20577"/>
          <ac:graphicFrameMkLst>
            <pc:docMk/>
            <pc:sldMk cId="3822104733" sldId="269"/>
            <ac:graphicFrameMk id="24" creationId="{F0DED76F-0FD7-E26E-553E-92119AFA9633}"/>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182D-421E-8DDB-3BE2-44841BF93A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638C47-4824-6199-AAEB-01BADE5E2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F50D37-83E5-A481-CDBD-58F4297EDF12}"/>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5" name="Footer Placeholder 4">
            <a:extLst>
              <a:ext uri="{FF2B5EF4-FFF2-40B4-BE49-F238E27FC236}">
                <a16:creationId xmlns:a16="http://schemas.microsoft.com/office/drawing/2014/main" id="{544D34E8-5B1E-C5C1-3617-01912B2AA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01CE79-1587-99B3-5B72-574867EB19D8}"/>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3831692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C620-4BEC-0ACB-18DC-28598149B8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43BDC8-DC56-AF26-C98B-39E6CA1E88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48DDA-DA57-EFF1-00D5-384FCB74E814}"/>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5" name="Footer Placeholder 4">
            <a:extLst>
              <a:ext uri="{FF2B5EF4-FFF2-40B4-BE49-F238E27FC236}">
                <a16:creationId xmlns:a16="http://schemas.microsoft.com/office/drawing/2014/main" id="{D0808378-C975-CB4E-CC08-B7D821E3F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0F1D7-12D6-20DB-96D8-DE1B567E3056}"/>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3452622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BE4F1-20A3-E36E-54B0-72CB65AD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CEA505-2F78-127D-697E-83241A7D96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4F195E-2B1C-FBA3-E97C-EEFDA4A3FC7A}"/>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5" name="Footer Placeholder 4">
            <a:extLst>
              <a:ext uri="{FF2B5EF4-FFF2-40B4-BE49-F238E27FC236}">
                <a16:creationId xmlns:a16="http://schemas.microsoft.com/office/drawing/2014/main" id="{6A634B7E-59D3-7317-1699-9130708C0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6312D-7A2D-2012-938C-D1E22FABDF60}"/>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3348949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73EF9-9B34-4382-EA13-DF7B23FD55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B718E-7D58-5BA6-2845-A082590286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04B10D-2D90-687A-6817-1FBE6D3A8E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578248-2B75-CA17-0643-D7621D824E44}"/>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6" name="Footer Placeholder 5">
            <a:extLst>
              <a:ext uri="{FF2B5EF4-FFF2-40B4-BE49-F238E27FC236}">
                <a16:creationId xmlns:a16="http://schemas.microsoft.com/office/drawing/2014/main" id="{C53B693F-E4FB-5E80-2A32-EB186B52F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4D4272-F61D-DCE2-97BD-19719F6BBE5D}"/>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2217289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0254-032D-5675-8DAE-F8124C0C67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426ACE-0C2F-C773-C1E4-0B8CD482A9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D3C3B-BB09-5911-3194-9BDC359056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C203E4-2725-BBDA-7AAF-5D2179369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E18F3F-2DAD-98FF-DB2B-ADE302DD97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4C67E5-8F91-AB1C-BB87-C2D39AD14497}"/>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8" name="Footer Placeholder 7">
            <a:extLst>
              <a:ext uri="{FF2B5EF4-FFF2-40B4-BE49-F238E27FC236}">
                <a16:creationId xmlns:a16="http://schemas.microsoft.com/office/drawing/2014/main" id="{246D6A3F-38BD-627E-660A-E06EEBDE33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7C834E-CF40-CF93-4D6D-5AD6987CC7AC}"/>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3069105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CD44A-69CB-2C6A-4AB4-2F80E03D57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20F80B-23C9-B4F4-5E8B-EE0ED3CD1529}"/>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4" name="Footer Placeholder 3">
            <a:extLst>
              <a:ext uri="{FF2B5EF4-FFF2-40B4-BE49-F238E27FC236}">
                <a16:creationId xmlns:a16="http://schemas.microsoft.com/office/drawing/2014/main" id="{68A68E73-AD0C-B956-89F4-34BD7FBE69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2300FA-CCA2-2E4D-12CF-175845B9C93B}"/>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2259898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67319-675B-7353-AE7F-4D69EA077B92}"/>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3" name="Footer Placeholder 2">
            <a:extLst>
              <a:ext uri="{FF2B5EF4-FFF2-40B4-BE49-F238E27FC236}">
                <a16:creationId xmlns:a16="http://schemas.microsoft.com/office/drawing/2014/main" id="{D1C55D9D-1C36-741D-886F-250ED2F83D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24376F-B4B5-A2AF-C65A-BC00C0849F0A}"/>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2182948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F4D7-532C-1FC5-2469-D31161E78B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0743AA-695B-6497-35C6-D95BB7899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FDAAE7-B07D-5FFF-5C32-14A72BC154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423202-B81E-C294-2B2F-2DF31A32EBD0}"/>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6" name="Footer Placeholder 5">
            <a:extLst>
              <a:ext uri="{FF2B5EF4-FFF2-40B4-BE49-F238E27FC236}">
                <a16:creationId xmlns:a16="http://schemas.microsoft.com/office/drawing/2014/main" id="{E49E7BF3-8591-61F0-08AD-587797638F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7F67E7-8E21-EDA8-AD8B-A2360B29C53F}"/>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881804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9DF6-583D-AF87-8ED3-585E96A52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D0C4CD-2DB6-E937-703E-DAF7F20F88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4BE34E-0350-05A1-B221-A92063AAE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BA752D-9C24-3E6A-7EF9-D51FCAB6C5B7}"/>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6" name="Footer Placeholder 5">
            <a:extLst>
              <a:ext uri="{FF2B5EF4-FFF2-40B4-BE49-F238E27FC236}">
                <a16:creationId xmlns:a16="http://schemas.microsoft.com/office/drawing/2014/main" id="{9A54AA19-1B28-7E51-D296-BFB3758A6A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2F793A-C8D0-CE8B-4016-F37B6C886B41}"/>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2690144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9F93-71F4-E816-5452-20EF9A2E5C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26585-19C9-55A9-E856-689FB7E25D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2B757B-9CD6-5504-B10C-CA6B6CE15294}"/>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5" name="Footer Placeholder 4">
            <a:extLst>
              <a:ext uri="{FF2B5EF4-FFF2-40B4-BE49-F238E27FC236}">
                <a16:creationId xmlns:a16="http://schemas.microsoft.com/office/drawing/2014/main" id="{212853ED-DFDB-84CE-F1B5-7A22C9BFE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93624-22E5-0B2D-DA0B-E2B813B37886}"/>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220905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EB1E68-D03A-D8D7-2447-9CAFEBBA42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B1C6A6-23BF-D45E-9A2F-130D2D42D5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7F6A2D-FED4-7CCB-79E5-67572DDC87EE}"/>
              </a:ext>
            </a:extLst>
          </p:cNvPr>
          <p:cNvSpPr>
            <a:spLocks noGrp="1"/>
          </p:cNvSpPr>
          <p:nvPr>
            <p:ph type="dt" sz="half" idx="10"/>
          </p:nvPr>
        </p:nvSpPr>
        <p:spPr/>
        <p:txBody>
          <a:bodyPr/>
          <a:lstStyle/>
          <a:p>
            <a:fld id="{18DA70E6-AFCB-47BA-9913-0F3F58902EB1}" type="datetimeFigureOut">
              <a:rPr lang="en-US" smtClean="0"/>
              <a:t>5/5/2025</a:t>
            </a:fld>
            <a:endParaRPr lang="en-US"/>
          </a:p>
        </p:txBody>
      </p:sp>
      <p:sp>
        <p:nvSpPr>
          <p:cNvPr id="5" name="Footer Placeholder 4">
            <a:extLst>
              <a:ext uri="{FF2B5EF4-FFF2-40B4-BE49-F238E27FC236}">
                <a16:creationId xmlns:a16="http://schemas.microsoft.com/office/drawing/2014/main" id="{D399DBFF-D362-83C4-4FDF-DE2C18392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E06D6-8324-898F-855E-821E24EEE9B6}"/>
              </a:ext>
            </a:extLst>
          </p:cNvPr>
          <p:cNvSpPr>
            <a:spLocks noGrp="1"/>
          </p:cNvSpPr>
          <p:nvPr>
            <p:ph type="sldNum" sz="quarter" idx="12"/>
          </p:nvPr>
        </p:nvSpPr>
        <p:spPr/>
        <p:txBody>
          <a:bodyPr/>
          <a:lstStyle/>
          <a:p>
            <a:fld id="{763BB742-CAF8-417E-8090-C9D982D9E940}" type="slidenum">
              <a:rPr lang="en-US" smtClean="0"/>
              <a:t>‹#›</a:t>
            </a:fld>
            <a:endParaRPr lang="en-US"/>
          </a:p>
        </p:txBody>
      </p:sp>
    </p:spTree>
    <p:extLst>
      <p:ext uri="{BB962C8B-B14F-4D97-AF65-F5344CB8AC3E}">
        <p14:creationId xmlns:p14="http://schemas.microsoft.com/office/powerpoint/2010/main" val="1434579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95D570-C813-2C34-9484-513CC8F77F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2FF313-B8CA-A4CE-B5E2-ACBEA5D454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EA1C2-0F15-FF74-7A06-F484FCC097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DA70E6-AFCB-47BA-9913-0F3F58902EB1}" type="datetimeFigureOut">
              <a:rPr lang="en-US" smtClean="0"/>
              <a:t>5/5/2025</a:t>
            </a:fld>
            <a:endParaRPr lang="en-US"/>
          </a:p>
        </p:txBody>
      </p:sp>
      <p:sp>
        <p:nvSpPr>
          <p:cNvPr id="5" name="Footer Placeholder 4">
            <a:extLst>
              <a:ext uri="{FF2B5EF4-FFF2-40B4-BE49-F238E27FC236}">
                <a16:creationId xmlns:a16="http://schemas.microsoft.com/office/drawing/2014/main" id="{14091206-25D2-807A-C1BB-87FC92C889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BD50D0-509E-CFFB-4F76-F1011537C5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3BB742-CAF8-417E-8090-C9D982D9E940}" type="slidenum">
              <a:rPr lang="en-US" smtClean="0"/>
              <a:t>‹#›</a:t>
            </a:fld>
            <a:endParaRPr lang="en-US"/>
          </a:p>
        </p:txBody>
      </p:sp>
    </p:spTree>
    <p:extLst>
      <p:ext uri="{BB962C8B-B14F-4D97-AF65-F5344CB8AC3E}">
        <p14:creationId xmlns:p14="http://schemas.microsoft.com/office/powerpoint/2010/main" val="3932118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mongodb.com/resources/basics/knn-search" TargetMode="External"/><Relationship Id="rId2" Type="http://schemas.openxmlformats.org/officeDocument/2006/relationships/hyperlink" Target="https://www.sciencedirect.com/science/article/pii/B9781558608726500184"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www.contino.io/insights/optimising-business-processes-using-genetic-algorithms" TargetMode="External"/><Relationship Id="rId4" Type="http://schemas.openxmlformats.org/officeDocument/2006/relationships/hyperlink" Target="https://www.ioriver.io/terms/spanning-tree-protocol#:~:text=STP%20is%20essential%20for%20preventing,path%20fails%2C%20ensuring%20network%20reliabi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 name="Rectangle 95">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2928FD-CFAF-1292-FFE5-278134493F47}"/>
              </a:ext>
            </a:extLst>
          </p:cNvPr>
          <p:cNvSpPr>
            <a:spLocks noGrp="1"/>
          </p:cNvSpPr>
          <p:nvPr>
            <p:ph type="ctrTitle"/>
          </p:nvPr>
        </p:nvSpPr>
        <p:spPr>
          <a:xfrm>
            <a:off x="8454007" y="1676677"/>
            <a:ext cx="3399282" cy="1655483"/>
          </a:xfrm>
        </p:spPr>
        <p:txBody>
          <a:bodyPr vert="horz" lIns="91440" tIns="45720" rIns="91440" bIns="45720" rtlCol="0" anchor="b">
            <a:normAutofit/>
          </a:bodyPr>
          <a:lstStyle/>
          <a:p>
            <a:r>
              <a:rPr lang="en-US" sz="2800" dirty="0"/>
              <a:t>Denver Broncos: </a:t>
            </a:r>
            <a:br>
              <a:rPr lang="en-US" sz="2800" dirty="0"/>
            </a:br>
            <a:r>
              <a:rPr lang="en-US" sz="2800" dirty="0"/>
              <a:t>A Traveling Salesman Problem</a:t>
            </a:r>
          </a:p>
        </p:txBody>
      </p:sp>
      <p:pic>
        <p:nvPicPr>
          <p:cNvPr id="5" name="Picture 4">
            <a:extLst>
              <a:ext uri="{FF2B5EF4-FFF2-40B4-BE49-F238E27FC236}">
                <a16:creationId xmlns:a16="http://schemas.microsoft.com/office/drawing/2014/main" id="{5BEFD91B-26CA-E0DB-6855-9768C67834FC}"/>
              </a:ext>
            </a:extLst>
          </p:cNvPr>
          <p:cNvPicPr>
            <a:picLocks noChangeAspect="1"/>
          </p:cNvPicPr>
          <p:nvPr/>
        </p:nvPicPr>
        <p:blipFill>
          <a:blip r:embed="rId2"/>
          <a:srcRect l="5316" r="6355" b="1"/>
          <a:stretch/>
        </p:blipFill>
        <p:spPr>
          <a:xfrm>
            <a:off x="20" y="431"/>
            <a:ext cx="8115280" cy="6408311"/>
          </a:xfrm>
          <a:prstGeom prst="rect">
            <a:avLst/>
          </a:prstGeom>
        </p:spPr>
      </p:pic>
      <p:sp>
        <p:nvSpPr>
          <p:cNvPr id="3" name="Subtitle 2">
            <a:extLst>
              <a:ext uri="{FF2B5EF4-FFF2-40B4-BE49-F238E27FC236}">
                <a16:creationId xmlns:a16="http://schemas.microsoft.com/office/drawing/2014/main" id="{A4D19BC5-198B-0DE1-541C-B040DC3CA0B7}"/>
              </a:ext>
            </a:extLst>
          </p:cNvPr>
          <p:cNvSpPr>
            <a:spLocks noGrp="1"/>
          </p:cNvSpPr>
          <p:nvPr>
            <p:ph type="subTitle" idx="1"/>
          </p:nvPr>
        </p:nvSpPr>
        <p:spPr>
          <a:xfrm>
            <a:off x="8643192" y="3643312"/>
            <a:ext cx="2942813" cy="2143125"/>
          </a:xfrm>
        </p:spPr>
        <p:txBody>
          <a:bodyPr vert="horz" lIns="91440" tIns="45720" rIns="91440" bIns="45720" rtlCol="0">
            <a:normAutofit/>
          </a:bodyPr>
          <a:lstStyle/>
          <a:p>
            <a:r>
              <a:rPr lang="en-US" sz="1600" dirty="0"/>
              <a:t>David Graves</a:t>
            </a:r>
          </a:p>
          <a:p>
            <a:r>
              <a:rPr lang="en-US" sz="1600" dirty="0"/>
              <a:t>Colorado State University Global</a:t>
            </a:r>
          </a:p>
          <a:p>
            <a:r>
              <a:rPr lang="en-US" sz="1600" dirty="0"/>
              <a:t>CSC506</a:t>
            </a:r>
          </a:p>
          <a:p>
            <a:r>
              <a:rPr lang="en-US" sz="1600" dirty="0"/>
              <a:t>Dr. Brian Holbert</a:t>
            </a:r>
          </a:p>
          <a:p>
            <a:r>
              <a:rPr lang="en-US" sz="1600" dirty="0"/>
              <a:t>May 5, 2025</a:t>
            </a:r>
          </a:p>
          <a:p>
            <a:pPr indent="-228600" algn="l">
              <a:buFont typeface="Arial" panose="020B0604020202020204" pitchFamily="34" charset="0"/>
              <a:buChar char="•"/>
            </a:pPr>
            <a:endParaRPr lang="en-US" sz="2000" dirty="0"/>
          </a:p>
        </p:txBody>
      </p:sp>
      <p:sp>
        <p:nvSpPr>
          <p:cNvPr id="97" name="Rectangle 96">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1E62823-A455-5CCE-C458-C88FFB206735}"/>
              </a:ext>
            </a:extLst>
          </p:cNvPr>
          <p:cNvPicPr>
            <a:picLocks noChangeAspect="1"/>
          </p:cNvPicPr>
          <p:nvPr/>
        </p:nvPicPr>
        <p:blipFill>
          <a:blip r:embed="rId3"/>
          <a:stretch>
            <a:fillRect/>
          </a:stretch>
        </p:blipFill>
        <p:spPr>
          <a:xfrm>
            <a:off x="9585927" y="541234"/>
            <a:ext cx="1135442" cy="1135442"/>
          </a:xfrm>
          <a:prstGeom prst="rect">
            <a:avLst/>
          </a:prstGeom>
        </p:spPr>
      </p:pic>
    </p:spTree>
    <p:extLst>
      <p:ext uri="{BB962C8B-B14F-4D97-AF65-F5344CB8AC3E}">
        <p14:creationId xmlns:p14="http://schemas.microsoft.com/office/powerpoint/2010/main" val="3125976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0CB90A7-84CA-78D4-0BA9-B1FC325E7BB1}"/>
              </a:ext>
            </a:extLst>
          </p:cNvPr>
          <p:cNvSpPr txBox="1"/>
          <p:nvPr/>
        </p:nvSpPr>
        <p:spPr>
          <a:xfrm>
            <a:off x="647981" y="1965558"/>
            <a:ext cx="10896034" cy="4524315"/>
          </a:xfrm>
          <a:prstGeom prst="rect">
            <a:avLst/>
          </a:prstGeom>
          <a:noFill/>
        </p:spPr>
        <p:txBody>
          <a:bodyPr wrap="square" rtlCol="0">
            <a:spAutoFit/>
          </a:bodyPr>
          <a:lstStyle/>
          <a:p>
            <a:r>
              <a:rPr lang="en-US" b="1" dirty="0"/>
              <a:t>This project was designed to explore different algorithmic implementations to find the best, </a:t>
            </a:r>
            <a:r>
              <a:rPr lang="en-US" b="1"/>
              <a:t>or shortest route </a:t>
            </a:r>
            <a:r>
              <a:rPr lang="en-US" b="1" dirty="0"/>
              <a:t>for the Denver Broncos to take and identify the most efficient algorithmic performance as they take on Division rivals and other AFC teams.</a:t>
            </a:r>
          </a:p>
          <a:p>
            <a:endParaRPr lang="en-US" dirty="0"/>
          </a:p>
          <a:p>
            <a:r>
              <a:rPr lang="en-US" dirty="0"/>
              <a:t>	Traveling Salesman Problem: “The problem faced by a salesperson who needs to visit a number 	of customers located in different cities and tries to find the shortest round trip accomplishing this 	task.” (Hoos &amp; </a:t>
            </a:r>
            <a:r>
              <a:rPr lang="en-US" dirty="0" err="1"/>
              <a:t>Stutzle</a:t>
            </a:r>
            <a:r>
              <a:rPr lang="en-US" dirty="0"/>
              <a:t>, 2005)</a:t>
            </a:r>
          </a:p>
          <a:p>
            <a:endParaRPr lang="en-US" dirty="0"/>
          </a:p>
          <a:p>
            <a:pPr marL="285750" indent="-285750">
              <a:buFont typeface="Wingdings" panose="05000000000000000000" pitchFamily="2" charset="2"/>
              <a:buChar char="Ø"/>
            </a:pPr>
            <a:r>
              <a:rPr lang="en-US" dirty="0"/>
              <a:t>Test Algorithms</a:t>
            </a:r>
          </a:p>
          <a:p>
            <a:pPr marL="742950" lvl="1" indent="-285750">
              <a:buFont typeface="Wingdings" panose="05000000000000000000" pitchFamily="2" charset="2"/>
              <a:buChar char="Ø"/>
            </a:pPr>
            <a:r>
              <a:rPr lang="en-US" dirty="0"/>
              <a:t>Nearest Neighbor</a:t>
            </a:r>
          </a:p>
          <a:p>
            <a:pPr marL="742950" lvl="1" indent="-285750">
              <a:buFont typeface="Wingdings" panose="05000000000000000000" pitchFamily="2" charset="2"/>
              <a:buChar char="Ø"/>
            </a:pPr>
            <a:r>
              <a:rPr lang="en-US" dirty="0"/>
              <a:t>Minimum Spanning Tree</a:t>
            </a:r>
          </a:p>
          <a:p>
            <a:pPr marL="742950" lvl="1" indent="-285750">
              <a:buFont typeface="Wingdings" panose="05000000000000000000" pitchFamily="2" charset="2"/>
              <a:buChar char="Ø"/>
            </a:pPr>
            <a:r>
              <a:rPr lang="en-US" dirty="0"/>
              <a:t>Genetic</a:t>
            </a:r>
          </a:p>
          <a:p>
            <a:endParaRPr lang="en-US" dirty="0"/>
          </a:p>
          <a:p>
            <a:pPr marL="285750" indent="-285750">
              <a:buFont typeface="Wingdings" panose="05000000000000000000" pitchFamily="2" charset="2"/>
              <a:buChar char="Ø"/>
            </a:pPr>
            <a:r>
              <a:rPr lang="en-US" dirty="0"/>
              <a:t>Test Maps include 4, 8 and 12 city maps (</a:t>
            </a:r>
            <a:r>
              <a:rPr lang="en-US" i="1" dirty="0"/>
              <a:t>Data sets A,B &amp; C detail slide 3</a:t>
            </a:r>
            <a:r>
              <a:rPr lang="en-US" dirty="0"/>
              <a:t>)</a:t>
            </a:r>
          </a:p>
          <a:p>
            <a:pPr marL="742950" lvl="1" indent="-285750">
              <a:buFont typeface="Wingdings" panose="05000000000000000000" pitchFamily="2" charset="2"/>
              <a:buChar char="Ø"/>
            </a:pPr>
            <a:r>
              <a:rPr lang="en-US" dirty="0"/>
              <a:t>Maps increase in complexity A-&gt;B-&gt;C to measure performance</a:t>
            </a:r>
          </a:p>
          <a:p>
            <a:pPr marL="742950" lvl="1" indent="-285750">
              <a:buFont typeface="Wingdings" panose="05000000000000000000" pitchFamily="2" charset="2"/>
              <a:buChar char="Ø"/>
            </a:pPr>
            <a:r>
              <a:rPr lang="en-US" dirty="0"/>
              <a:t>Straight-Line Distance measured in miles between cities</a:t>
            </a:r>
          </a:p>
        </p:txBody>
      </p:sp>
      <p:pic>
        <p:nvPicPr>
          <p:cNvPr id="6" name="Picture 5">
            <a:extLst>
              <a:ext uri="{FF2B5EF4-FFF2-40B4-BE49-F238E27FC236}">
                <a16:creationId xmlns:a16="http://schemas.microsoft.com/office/drawing/2014/main" id="{CD6280E3-6375-5999-4B98-AF1E1EAB0805}"/>
              </a:ext>
            </a:extLst>
          </p:cNvPr>
          <p:cNvPicPr>
            <a:picLocks noChangeAspect="1"/>
          </p:cNvPicPr>
          <p:nvPr/>
        </p:nvPicPr>
        <p:blipFill>
          <a:blip r:embed="rId2"/>
          <a:stretch>
            <a:fillRect/>
          </a:stretch>
        </p:blipFill>
        <p:spPr>
          <a:xfrm>
            <a:off x="5891842" y="12655"/>
            <a:ext cx="6300158" cy="1569570"/>
          </a:xfrm>
          <a:prstGeom prst="rect">
            <a:avLst/>
          </a:prstGeom>
        </p:spPr>
      </p:pic>
      <p:sp>
        <p:nvSpPr>
          <p:cNvPr id="2" name="Title 1">
            <a:extLst>
              <a:ext uri="{FF2B5EF4-FFF2-40B4-BE49-F238E27FC236}">
                <a16:creationId xmlns:a16="http://schemas.microsoft.com/office/drawing/2014/main" id="{7CB03A74-9203-E9D4-22A4-5BB1E08872C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Project Goal</a:t>
            </a:r>
          </a:p>
        </p:txBody>
      </p:sp>
      <p:pic>
        <p:nvPicPr>
          <p:cNvPr id="7" name="Picture 6">
            <a:extLst>
              <a:ext uri="{FF2B5EF4-FFF2-40B4-BE49-F238E27FC236}">
                <a16:creationId xmlns:a16="http://schemas.microsoft.com/office/drawing/2014/main" id="{7F9691D5-1025-9D55-DAF2-189B7D57A9F5}"/>
              </a:ext>
            </a:extLst>
          </p:cNvPr>
          <p:cNvPicPr>
            <a:picLocks noChangeAspect="1"/>
          </p:cNvPicPr>
          <p:nvPr/>
        </p:nvPicPr>
        <p:blipFill>
          <a:blip r:embed="rId3"/>
          <a:stretch>
            <a:fillRect/>
          </a:stretch>
        </p:blipFill>
        <p:spPr>
          <a:xfrm>
            <a:off x="8657159" y="4363538"/>
            <a:ext cx="2619375" cy="1743075"/>
          </a:xfrm>
          <a:prstGeom prst="rect">
            <a:avLst/>
          </a:prstGeom>
          <a:ln>
            <a:noFill/>
          </a:ln>
          <a:effectLst>
            <a:softEdge rad="112500"/>
          </a:effectLst>
        </p:spPr>
      </p:pic>
    </p:spTree>
    <p:extLst>
      <p:ext uri="{BB962C8B-B14F-4D97-AF65-F5344CB8AC3E}">
        <p14:creationId xmlns:p14="http://schemas.microsoft.com/office/powerpoint/2010/main" val="254387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D0CB07-96F6-D111-DB39-89E197CEB466}"/>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Methodology</a:t>
            </a:r>
          </a:p>
        </p:txBody>
      </p:sp>
      <p:pic>
        <p:nvPicPr>
          <p:cNvPr id="4" name="Content Placeholder 3">
            <a:extLst>
              <a:ext uri="{FF2B5EF4-FFF2-40B4-BE49-F238E27FC236}">
                <a16:creationId xmlns:a16="http://schemas.microsoft.com/office/drawing/2014/main" id="{8F1A73AA-2FC0-48A5-AFE8-154B3E1BC70F}"/>
              </a:ext>
            </a:extLst>
          </p:cNvPr>
          <p:cNvPicPr>
            <a:picLocks noGrp="1" noChangeAspect="1"/>
          </p:cNvPicPr>
          <p:nvPr>
            <p:ph idx="1"/>
          </p:nvPr>
        </p:nvPicPr>
        <p:blipFill>
          <a:blip r:embed="rId2"/>
          <a:stretch>
            <a:fillRect/>
          </a:stretch>
        </p:blipFill>
        <p:spPr>
          <a:xfrm>
            <a:off x="5521381" y="2336800"/>
            <a:ext cx="5944115" cy="3529890"/>
          </a:xfrm>
          <a:prstGeom prst="rect">
            <a:avLst/>
          </a:prstGeom>
        </p:spPr>
      </p:pic>
      <p:sp>
        <p:nvSpPr>
          <p:cNvPr id="5" name="TextBox 4">
            <a:extLst>
              <a:ext uri="{FF2B5EF4-FFF2-40B4-BE49-F238E27FC236}">
                <a16:creationId xmlns:a16="http://schemas.microsoft.com/office/drawing/2014/main" id="{3601BD78-1327-EF66-61C2-D0A409B1B773}"/>
              </a:ext>
            </a:extLst>
          </p:cNvPr>
          <p:cNvSpPr txBox="1"/>
          <p:nvPr/>
        </p:nvSpPr>
        <p:spPr>
          <a:xfrm>
            <a:off x="365620" y="2039147"/>
            <a:ext cx="4663579" cy="4062651"/>
          </a:xfrm>
          <a:prstGeom prst="rect">
            <a:avLst/>
          </a:prstGeom>
          <a:noFill/>
        </p:spPr>
        <p:txBody>
          <a:bodyPr wrap="square" rtlCol="0">
            <a:spAutoFit/>
          </a:bodyPr>
          <a:lstStyle/>
          <a:p>
            <a:pPr marL="285750" indent="-285750">
              <a:buFont typeface="Wingdings" panose="05000000000000000000" pitchFamily="2" charset="2"/>
              <a:buChar char="ü"/>
            </a:pPr>
            <a:r>
              <a:rPr lang="en-US" dirty="0"/>
              <a:t>Develop and run each algorithm across each Data Set A, B and C.</a:t>
            </a:r>
          </a:p>
          <a:p>
            <a:pPr marL="342900" indent="-342900">
              <a:buFont typeface="+mj-lt"/>
              <a:buAutoNum type="arabicPeriod"/>
            </a:pPr>
            <a:endParaRPr lang="en-US" dirty="0"/>
          </a:p>
          <a:p>
            <a:pPr marL="800100" lvl="1" indent="-342900">
              <a:buFont typeface="Wingdings" panose="05000000000000000000" pitchFamily="2" charset="2"/>
              <a:buChar char="ü"/>
            </a:pPr>
            <a:r>
              <a:rPr lang="en-US" dirty="0"/>
              <a:t>Track and Print speed to completion of program.</a:t>
            </a:r>
          </a:p>
          <a:p>
            <a:pPr marL="800100" lvl="1" indent="-342900">
              <a:buFont typeface="Wingdings" panose="05000000000000000000" pitchFamily="2" charset="2"/>
              <a:buChar char="ü"/>
            </a:pPr>
            <a:r>
              <a:rPr lang="en-US" dirty="0"/>
              <a:t>Track and Print resulting Maps of each algorithmic output.</a:t>
            </a:r>
          </a:p>
          <a:p>
            <a:pPr marL="285750" indent="-285750">
              <a:buFontTx/>
              <a:buChar char="-"/>
            </a:pPr>
            <a:endParaRPr lang="en-US" dirty="0"/>
          </a:p>
          <a:p>
            <a:r>
              <a:rPr lang="en-US" sz="1600" dirty="0"/>
              <a:t>Data Set A = Denver, Kansas City, Las Vegas &amp; Los 	Angeles.</a:t>
            </a:r>
          </a:p>
          <a:p>
            <a:r>
              <a:rPr lang="en-US" sz="1600" dirty="0"/>
              <a:t>Data Set B =  Data Set A + Buffalo, New York, New 	England &amp; Miami.</a:t>
            </a:r>
          </a:p>
          <a:p>
            <a:r>
              <a:rPr lang="en-US" sz="1600" dirty="0"/>
              <a:t>Data Set C = Data Set’s A &amp; B + Jacksonville, 	Houston, Nashville &amp; Indianapolis.</a:t>
            </a:r>
          </a:p>
          <a:p>
            <a:endParaRPr lang="en-US" dirty="0"/>
          </a:p>
        </p:txBody>
      </p:sp>
      <p:pic>
        <p:nvPicPr>
          <p:cNvPr id="7" name="Picture 6">
            <a:extLst>
              <a:ext uri="{FF2B5EF4-FFF2-40B4-BE49-F238E27FC236}">
                <a16:creationId xmlns:a16="http://schemas.microsoft.com/office/drawing/2014/main" id="{B277E479-EE76-92B3-5B56-3D381680B6AD}"/>
              </a:ext>
            </a:extLst>
          </p:cNvPr>
          <p:cNvPicPr>
            <a:picLocks noChangeAspect="1"/>
          </p:cNvPicPr>
          <p:nvPr/>
        </p:nvPicPr>
        <p:blipFill>
          <a:blip r:embed="rId3"/>
          <a:stretch>
            <a:fillRect/>
          </a:stretch>
        </p:blipFill>
        <p:spPr>
          <a:xfrm>
            <a:off x="5891842" y="12655"/>
            <a:ext cx="6300158" cy="1569570"/>
          </a:xfrm>
          <a:prstGeom prst="rect">
            <a:avLst/>
          </a:prstGeom>
        </p:spPr>
      </p:pic>
    </p:spTree>
    <p:extLst>
      <p:ext uri="{BB962C8B-B14F-4D97-AF65-F5344CB8AC3E}">
        <p14:creationId xmlns:p14="http://schemas.microsoft.com/office/powerpoint/2010/main" val="2732485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2021E9-E4DB-3711-67BA-DB0901FCAFE0}"/>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Data Set A – 4 city</a:t>
            </a:r>
          </a:p>
        </p:txBody>
      </p:sp>
      <p:pic>
        <p:nvPicPr>
          <p:cNvPr id="5" name="Picture 4">
            <a:extLst>
              <a:ext uri="{FF2B5EF4-FFF2-40B4-BE49-F238E27FC236}">
                <a16:creationId xmlns:a16="http://schemas.microsoft.com/office/drawing/2014/main" id="{88DEFD8F-074D-C3AA-9DC2-244C9FA4ADFA}"/>
              </a:ext>
            </a:extLst>
          </p:cNvPr>
          <p:cNvPicPr>
            <a:picLocks noChangeAspect="1"/>
          </p:cNvPicPr>
          <p:nvPr/>
        </p:nvPicPr>
        <p:blipFill>
          <a:blip r:embed="rId2"/>
          <a:stretch>
            <a:fillRect/>
          </a:stretch>
        </p:blipFill>
        <p:spPr>
          <a:xfrm>
            <a:off x="5891842" y="12655"/>
            <a:ext cx="6300158" cy="1569570"/>
          </a:xfrm>
          <a:prstGeom prst="rect">
            <a:avLst/>
          </a:prstGeom>
        </p:spPr>
      </p:pic>
      <p:sp>
        <p:nvSpPr>
          <p:cNvPr id="6" name="TextBox 5">
            <a:extLst>
              <a:ext uri="{FF2B5EF4-FFF2-40B4-BE49-F238E27FC236}">
                <a16:creationId xmlns:a16="http://schemas.microsoft.com/office/drawing/2014/main" id="{6251A5CA-2FB3-D8DF-C215-EAFE2301774F}"/>
              </a:ext>
            </a:extLst>
          </p:cNvPr>
          <p:cNvSpPr txBox="1"/>
          <p:nvPr/>
        </p:nvSpPr>
        <p:spPr>
          <a:xfrm>
            <a:off x="1708030" y="6280030"/>
            <a:ext cx="6098876" cy="369332"/>
          </a:xfrm>
          <a:prstGeom prst="rect">
            <a:avLst/>
          </a:prstGeom>
          <a:noFill/>
        </p:spPr>
        <p:txBody>
          <a:bodyPr wrap="square" rtlCol="0">
            <a:spAutoFit/>
          </a:bodyPr>
          <a:lstStyle/>
          <a:p>
            <a:r>
              <a:rPr lang="en-US" dirty="0"/>
              <a:t>* Full Code shared Separately</a:t>
            </a:r>
          </a:p>
        </p:txBody>
      </p:sp>
      <p:grpSp>
        <p:nvGrpSpPr>
          <p:cNvPr id="23" name="Group 22">
            <a:extLst>
              <a:ext uri="{FF2B5EF4-FFF2-40B4-BE49-F238E27FC236}">
                <a16:creationId xmlns:a16="http://schemas.microsoft.com/office/drawing/2014/main" id="{2DEE6B61-95DA-20E8-21A7-730F8FB2DEA6}"/>
              </a:ext>
            </a:extLst>
          </p:cNvPr>
          <p:cNvGrpSpPr/>
          <p:nvPr/>
        </p:nvGrpSpPr>
        <p:grpSpPr>
          <a:xfrm>
            <a:off x="594812" y="1879315"/>
            <a:ext cx="11002377" cy="2449653"/>
            <a:chOff x="594812" y="1879315"/>
            <a:chExt cx="11002377" cy="2449653"/>
          </a:xfrm>
        </p:grpSpPr>
        <p:pic>
          <p:nvPicPr>
            <p:cNvPr id="7" name="Picture 6">
              <a:extLst>
                <a:ext uri="{FF2B5EF4-FFF2-40B4-BE49-F238E27FC236}">
                  <a16:creationId xmlns:a16="http://schemas.microsoft.com/office/drawing/2014/main" id="{4D28AAC6-6265-81B7-12CA-A8AC8C6A8069}"/>
                </a:ext>
              </a:extLst>
            </p:cNvPr>
            <p:cNvPicPr>
              <a:picLocks noChangeAspect="1"/>
            </p:cNvPicPr>
            <p:nvPr/>
          </p:nvPicPr>
          <p:blipFill>
            <a:blip r:embed="rId3"/>
            <a:srcRect t="68899" r="15485"/>
            <a:stretch/>
          </p:blipFill>
          <p:spPr>
            <a:xfrm>
              <a:off x="594812" y="2364510"/>
              <a:ext cx="3294156" cy="1964457"/>
            </a:xfrm>
            <a:prstGeom prst="rect">
              <a:avLst/>
            </a:prstGeom>
          </p:spPr>
        </p:pic>
        <p:sp>
          <p:nvSpPr>
            <p:cNvPr id="9" name="TextBox 8">
              <a:extLst>
                <a:ext uri="{FF2B5EF4-FFF2-40B4-BE49-F238E27FC236}">
                  <a16:creationId xmlns:a16="http://schemas.microsoft.com/office/drawing/2014/main" id="{15162258-885E-97BB-CB19-1056B2318231}"/>
                </a:ext>
              </a:extLst>
            </p:cNvPr>
            <p:cNvSpPr txBox="1"/>
            <p:nvPr/>
          </p:nvSpPr>
          <p:spPr>
            <a:xfrm>
              <a:off x="787162" y="1879315"/>
              <a:ext cx="2909455" cy="373254"/>
            </a:xfrm>
            <a:prstGeom prst="rect">
              <a:avLst/>
            </a:prstGeom>
            <a:noFill/>
          </p:spPr>
          <p:txBody>
            <a:bodyPr wrap="square" rtlCol="0">
              <a:spAutoFit/>
            </a:bodyPr>
            <a:lstStyle/>
            <a:p>
              <a:pPr algn="ctr"/>
              <a:r>
                <a:rPr lang="en-US" dirty="0"/>
                <a:t>Nearest Neighbor</a:t>
              </a:r>
            </a:p>
          </p:txBody>
        </p:sp>
        <p:sp>
          <p:nvSpPr>
            <p:cNvPr id="11" name="TextBox 10">
              <a:extLst>
                <a:ext uri="{FF2B5EF4-FFF2-40B4-BE49-F238E27FC236}">
                  <a16:creationId xmlns:a16="http://schemas.microsoft.com/office/drawing/2014/main" id="{1008BAA5-2A58-9134-2F6C-FE04010A471C}"/>
                </a:ext>
              </a:extLst>
            </p:cNvPr>
            <p:cNvSpPr txBox="1"/>
            <p:nvPr/>
          </p:nvSpPr>
          <p:spPr>
            <a:xfrm>
              <a:off x="4623154" y="1891970"/>
              <a:ext cx="2909455" cy="373254"/>
            </a:xfrm>
            <a:prstGeom prst="rect">
              <a:avLst/>
            </a:prstGeom>
            <a:noFill/>
          </p:spPr>
          <p:txBody>
            <a:bodyPr wrap="square" rtlCol="0">
              <a:spAutoFit/>
            </a:bodyPr>
            <a:lstStyle/>
            <a:p>
              <a:pPr algn="ctr"/>
              <a:r>
                <a:rPr lang="en-US" dirty="0"/>
                <a:t>MST</a:t>
              </a:r>
            </a:p>
          </p:txBody>
        </p:sp>
        <p:sp>
          <p:nvSpPr>
            <p:cNvPr id="13" name="TextBox 12">
              <a:extLst>
                <a:ext uri="{FF2B5EF4-FFF2-40B4-BE49-F238E27FC236}">
                  <a16:creationId xmlns:a16="http://schemas.microsoft.com/office/drawing/2014/main" id="{8EF349C2-81BD-59A2-22DC-3AFFE0D3E6CC}"/>
                </a:ext>
              </a:extLst>
            </p:cNvPr>
            <p:cNvSpPr txBox="1"/>
            <p:nvPr/>
          </p:nvSpPr>
          <p:spPr>
            <a:xfrm>
              <a:off x="8495383" y="1891970"/>
              <a:ext cx="2909455" cy="373254"/>
            </a:xfrm>
            <a:prstGeom prst="rect">
              <a:avLst/>
            </a:prstGeom>
            <a:noFill/>
          </p:spPr>
          <p:txBody>
            <a:bodyPr wrap="square" rtlCol="0">
              <a:spAutoFit/>
            </a:bodyPr>
            <a:lstStyle/>
            <a:p>
              <a:pPr algn="ctr"/>
              <a:r>
                <a:rPr lang="en-US" dirty="0"/>
                <a:t>Genetic</a:t>
              </a:r>
            </a:p>
          </p:txBody>
        </p:sp>
        <p:pic>
          <p:nvPicPr>
            <p:cNvPr id="15" name="Picture 14">
              <a:extLst>
                <a:ext uri="{FF2B5EF4-FFF2-40B4-BE49-F238E27FC236}">
                  <a16:creationId xmlns:a16="http://schemas.microsoft.com/office/drawing/2014/main" id="{7A21B339-A838-CD02-7E79-2CB0B163002F}"/>
                </a:ext>
              </a:extLst>
            </p:cNvPr>
            <p:cNvPicPr>
              <a:picLocks noChangeAspect="1"/>
            </p:cNvPicPr>
            <p:nvPr/>
          </p:nvPicPr>
          <p:blipFill>
            <a:blip r:embed="rId4"/>
            <a:srcRect t="40710" r="15253"/>
            <a:stretch/>
          </p:blipFill>
          <p:spPr>
            <a:xfrm>
              <a:off x="4448923" y="2364510"/>
              <a:ext cx="3294156" cy="1964457"/>
            </a:xfrm>
            <a:prstGeom prst="rect">
              <a:avLst/>
            </a:prstGeom>
          </p:spPr>
        </p:pic>
        <p:pic>
          <p:nvPicPr>
            <p:cNvPr id="17" name="Picture 16">
              <a:extLst>
                <a:ext uri="{FF2B5EF4-FFF2-40B4-BE49-F238E27FC236}">
                  <a16:creationId xmlns:a16="http://schemas.microsoft.com/office/drawing/2014/main" id="{3BE3BA1F-F2C8-35B2-6FD4-1C8AF864EE13}"/>
                </a:ext>
              </a:extLst>
            </p:cNvPr>
            <p:cNvPicPr>
              <a:picLocks noChangeAspect="1"/>
            </p:cNvPicPr>
            <p:nvPr/>
          </p:nvPicPr>
          <p:blipFill>
            <a:blip r:embed="rId5"/>
            <a:srcRect t="40107" r="27763"/>
            <a:stretch/>
          </p:blipFill>
          <p:spPr>
            <a:xfrm>
              <a:off x="8303033" y="2364510"/>
              <a:ext cx="3294156" cy="1964458"/>
            </a:xfrm>
            <a:prstGeom prst="rect">
              <a:avLst/>
            </a:prstGeom>
          </p:spPr>
        </p:pic>
      </p:grpSp>
      <p:graphicFrame>
        <p:nvGraphicFramePr>
          <p:cNvPr id="19" name="Table 18">
            <a:extLst>
              <a:ext uri="{FF2B5EF4-FFF2-40B4-BE49-F238E27FC236}">
                <a16:creationId xmlns:a16="http://schemas.microsoft.com/office/drawing/2014/main" id="{C4882E81-EA87-2C83-3EBB-74FE49ED689C}"/>
              </a:ext>
            </a:extLst>
          </p:cNvPr>
          <p:cNvGraphicFramePr>
            <a:graphicFrameLocks noGrp="1"/>
          </p:cNvGraphicFramePr>
          <p:nvPr>
            <p:extLst>
              <p:ext uri="{D42A27DB-BD31-4B8C-83A1-F6EECF244321}">
                <p14:modId xmlns:p14="http://schemas.microsoft.com/office/powerpoint/2010/main" val="1060132096"/>
              </p:ext>
            </p:extLst>
          </p:nvPr>
        </p:nvGraphicFramePr>
        <p:xfrm>
          <a:off x="2235680" y="4679915"/>
          <a:ext cx="7720641" cy="1330890"/>
        </p:xfrm>
        <a:graphic>
          <a:graphicData uri="http://schemas.openxmlformats.org/drawingml/2006/table">
            <a:tbl>
              <a:tblPr firstRow="1" bandRow="1">
                <a:tableStyleId>{5C22544A-7EE6-4342-B048-85BDC9FD1C3A}</a:tableStyleId>
              </a:tblPr>
              <a:tblGrid>
                <a:gridCol w="1766530">
                  <a:extLst>
                    <a:ext uri="{9D8B030D-6E8A-4147-A177-3AD203B41FA5}">
                      <a16:colId xmlns:a16="http://schemas.microsoft.com/office/drawing/2014/main" val="2611604552"/>
                    </a:ext>
                  </a:extLst>
                </a:gridCol>
                <a:gridCol w="1766530">
                  <a:extLst>
                    <a:ext uri="{9D8B030D-6E8A-4147-A177-3AD203B41FA5}">
                      <a16:colId xmlns:a16="http://schemas.microsoft.com/office/drawing/2014/main" val="1072400913"/>
                    </a:ext>
                  </a:extLst>
                </a:gridCol>
                <a:gridCol w="1673608">
                  <a:extLst>
                    <a:ext uri="{9D8B030D-6E8A-4147-A177-3AD203B41FA5}">
                      <a16:colId xmlns:a16="http://schemas.microsoft.com/office/drawing/2014/main" val="3100007636"/>
                    </a:ext>
                  </a:extLst>
                </a:gridCol>
                <a:gridCol w="2513973">
                  <a:extLst>
                    <a:ext uri="{9D8B030D-6E8A-4147-A177-3AD203B41FA5}">
                      <a16:colId xmlns:a16="http://schemas.microsoft.com/office/drawing/2014/main" val="159556033"/>
                    </a:ext>
                  </a:extLst>
                </a:gridCol>
              </a:tblGrid>
              <a:tr h="242272">
                <a:tc>
                  <a:txBody>
                    <a:bodyPr/>
                    <a:lstStyle/>
                    <a:p>
                      <a:pPr algn="ctr"/>
                      <a:r>
                        <a:rPr lang="en-US" sz="1400" dirty="0"/>
                        <a:t>Algorithm</a:t>
                      </a:r>
                    </a:p>
                  </a:txBody>
                  <a:tcPr/>
                </a:tc>
                <a:tc>
                  <a:txBody>
                    <a:bodyPr/>
                    <a:lstStyle/>
                    <a:p>
                      <a:pPr algn="ctr"/>
                      <a:r>
                        <a:rPr lang="en-US" sz="1400" dirty="0"/>
                        <a:t>Map</a:t>
                      </a:r>
                    </a:p>
                  </a:txBody>
                  <a:tcPr/>
                </a:tc>
                <a:tc>
                  <a:txBody>
                    <a:bodyPr/>
                    <a:lstStyle/>
                    <a:p>
                      <a:pPr algn="ctr"/>
                      <a:r>
                        <a:rPr lang="en-US" sz="1400" dirty="0"/>
                        <a:t>Distance</a:t>
                      </a:r>
                      <a:endParaRPr lang="en-US" sz="1100" dirty="0"/>
                    </a:p>
                  </a:txBody>
                  <a:tcPr/>
                </a:tc>
                <a:tc>
                  <a:txBody>
                    <a:bodyPr/>
                    <a:lstStyle/>
                    <a:p>
                      <a:pPr algn="ctr"/>
                      <a:r>
                        <a:rPr lang="en-US" sz="1400" dirty="0"/>
                        <a:t>Execute Time</a:t>
                      </a:r>
                    </a:p>
                  </a:txBody>
                  <a:tcPr/>
                </a:tc>
                <a:extLst>
                  <a:ext uri="{0D108BD9-81ED-4DB2-BD59-A6C34878D82A}">
                    <a16:rowId xmlns:a16="http://schemas.microsoft.com/office/drawing/2014/main" val="2046534717"/>
                  </a:ext>
                </a:extLst>
              </a:tr>
              <a:tr h="342030">
                <a:tc>
                  <a:txBody>
                    <a:bodyPr/>
                    <a:lstStyle/>
                    <a:p>
                      <a:r>
                        <a:rPr lang="en-US" sz="1400" dirty="0"/>
                        <a:t>Nearest Neighbor</a:t>
                      </a:r>
                    </a:p>
                  </a:txBody>
                  <a:tcPr anchor="ctr"/>
                </a:tc>
                <a:tc>
                  <a:txBody>
                    <a:bodyPr/>
                    <a:lstStyle/>
                    <a:p>
                      <a:r>
                        <a:rPr lang="en-US" sz="1400" dirty="0"/>
                        <a:t>DEN-KC-LV-LA-DEN</a:t>
                      </a:r>
                    </a:p>
                  </a:txBody>
                  <a:tcPr anchor="ctr"/>
                </a:tc>
                <a:tc>
                  <a:txBody>
                    <a:bodyPr/>
                    <a:lstStyle/>
                    <a:p>
                      <a:r>
                        <a:rPr lang="en-US" sz="1400" dirty="0"/>
                        <a:t>2798 miles</a:t>
                      </a:r>
                    </a:p>
                  </a:txBody>
                  <a:tcPr anchor="ctr"/>
                </a:tc>
                <a:tc>
                  <a:txBody>
                    <a:bodyPr/>
                    <a:lstStyle/>
                    <a:p>
                      <a:r>
                        <a:rPr lang="en-US" sz="1400" dirty="0"/>
                        <a:t>0.0006 seconds</a:t>
                      </a:r>
                    </a:p>
                  </a:txBody>
                  <a:tcPr anchor="ctr"/>
                </a:tc>
                <a:extLst>
                  <a:ext uri="{0D108BD9-81ED-4DB2-BD59-A6C34878D82A}">
                    <a16:rowId xmlns:a16="http://schemas.microsoft.com/office/drawing/2014/main" val="3253819576"/>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MST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DEN-KC-LV-LA-DEN</a:t>
                      </a:r>
                    </a:p>
                  </a:txBody>
                  <a:tcPr anchor="ctr"/>
                </a:tc>
                <a:tc>
                  <a:txBody>
                    <a:bodyPr/>
                    <a:lstStyle/>
                    <a:p>
                      <a:r>
                        <a:rPr lang="en-US" sz="1400" dirty="0"/>
                        <a:t>2798 miles</a:t>
                      </a:r>
                    </a:p>
                  </a:txBody>
                  <a:tcPr anchor="ctr"/>
                </a:tc>
                <a:tc>
                  <a:txBody>
                    <a:bodyPr/>
                    <a:lstStyle/>
                    <a:p>
                      <a:r>
                        <a:rPr lang="en-US" sz="1400" dirty="0">
                          <a:highlight>
                            <a:srgbClr val="00FF00"/>
                          </a:highlight>
                        </a:rPr>
                        <a:t>0.0005 seconds</a:t>
                      </a:r>
                    </a:p>
                  </a:txBody>
                  <a:tcPr anchor="ctr"/>
                </a:tc>
                <a:extLst>
                  <a:ext uri="{0D108BD9-81ED-4DB2-BD59-A6C34878D82A}">
                    <a16:rowId xmlns:a16="http://schemas.microsoft.com/office/drawing/2014/main" val="2580919902"/>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Genetic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DEN-LV-LA-KC-DEN</a:t>
                      </a:r>
                    </a:p>
                  </a:txBody>
                  <a:tcPr anchor="ctr"/>
                </a:tc>
                <a:tc>
                  <a:txBody>
                    <a:bodyPr/>
                    <a:lstStyle/>
                    <a:p>
                      <a:r>
                        <a:rPr lang="en-US" sz="1400" dirty="0">
                          <a:highlight>
                            <a:srgbClr val="00FF00"/>
                          </a:highlight>
                        </a:rPr>
                        <a:t>2793 miles</a:t>
                      </a:r>
                    </a:p>
                  </a:txBody>
                  <a:tcPr anchor="ctr"/>
                </a:tc>
                <a:tc>
                  <a:txBody>
                    <a:bodyPr/>
                    <a:lstStyle/>
                    <a:p>
                      <a:r>
                        <a:rPr lang="en-US" sz="1400" dirty="0">
                          <a:highlight>
                            <a:srgbClr val="FF0000"/>
                          </a:highlight>
                        </a:rPr>
                        <a:t>0.7763 seconds</a:t>
                      </a:r>
                    </a:p>
                  </a:txBody>
                  <a:tcPr anchor="ctr"/>
                </a:tc>
                <a:extLst>
                  <a:ext uri="{0D108BD9-81ED-4DB2-BD59-A6C34878D82A}">
                    <a16:rowId xmlns:a16="http://schemas.microsoft.com/office/drawing/2014/main" val="4002321725"/>
                  </a:ext>
                </a:extLst>
              </a:tr>
            </a:tbl>
          </a:graphicData>
        </a:graphic>
      </p:graphicFrame>
    </p:spTree>
    <p:extLst>
      <p:ext uri="{BB962C8B-B14F-4D97-AF65-F5344CB8AC3E}">
        <p14:creationId xmlns:p14="http://schemas.microsoft.com/office/powerpoint/2010/main" val="914426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F33B55-448E-6EBE-EF7B-FA51F759CF0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Data Set B – 8 city</a:t>
            </a:r>
          </a:p>
        </p:txBody>
      </p:sp>
      <p:pic>
        <p:nvPicPr>
          <p:cNvPr id="5" name="Picture 4">
            <a:extLst>
              <a:ext uri="{FF2B5EF4-FFF2-40B4-BE49-F238E27FC236}">
                <a16:creationId xmlns:a16="http://schemas.microsoft.com/office/drawing/2014/main" id="{AE581560-7D3E-2CE1-3523-CC752E0A1D7C}"/>
              </a:ext>
            </a:extLst>
          </p:cNvPr>
          <p:cNvPicPr>
            <a:picLocks noChangeAspect="1"/>
          </p:cNvPicPr>
          <p:nvPr/>
        </p:nvPicPr>
        <p:blipFill>
          <a:blip r:embed="rId2"/>
          <a:stretch>
            <a:fillRect/>
          </a:stretch>
        </p:blipFill>
        <p:spPr>
          <a:xfrm>
            <a:off x="5891842" y="12655"/>
            <a:ext cx="6300158" cy="1569570"/>
          </a:xfrm>
          <a:prstGeom prst="rect">
            <a:avLst/>
          </a:prstGeom>
        </p:spPr>
      </p:pic>
      <p:graphicFrame>
        <p:nvGraphicFramePr>
          <p:cNvPr id="15" name="Table 14">
            <a:extLst>
              <a:ext uri="{FF2B5EF4-FFF2-40B4-BE49-F238E27FC236}">
                <a16:creationId xmlns:a16="http://schemas.microsoft.com/office/drawing/2014/main" id="{39556997-B0CC-CA90-EA29-7E003D1187BD}"/>
              </a:ext>
            </a:extLst>
          </p:cNvPr>
          <p:cNvGraphicFramePr>
            <a:graphicFrameLocks noGrp="1"/>
          </p:cNvGraphicFramePr>
          <p:nvPr>
            <p:extLst>
              <p:ext uri="{D42A27DB-BD31-4B8C-83A1-F6EECF244321}">
                <p14:modId xmlns:p14="http://schemas.microsoft.com/office/powerpoint/2010/main" val="2724414861"/>
              </p:ext>
            </p:extLst>
          </p:nvPr>
        </p:nvGraphicFramePr>
        <p:xfrm>
          <a:off x="933091" y="4677568"/>
          <a:ext cx="10325819" cy="1330890"/>
        </p:xfrm>
        <a:graphic>
          <a:graphicData uri="http://schemas.openxmlformats.org/drawingml/2006/table">
            <a:tbl>
              <a:tblPr firstRow="1" bandRow="1">
                <a:tableStyleId>{5C22544A-7EE6-4342-B048-85BDC9FD1C3A}</a:tableStyleId>
              </a:tblPr>
              <a:tblGrid>
                <a:gridCol w="1983927">
                  <a:extLst>
                    <a:ext uri="{9D8B030D-6E8A-4147-A177-3AD203B41FA5}">
                      <a16:colId xmlns:a16="http://schemas.microsoft.com/office/drawing/2014/main" val="2611604552"/>
                    </a:ext>
                  </a:extLst>
                </a:gridCol>
                <a:gridCol w="3933842">
                  <a:extLst>
                    <a:ext uri="{9D8B030D-6E8A-4147-A177-3AD203B41FA5}">
                      <a16:colId xmlns:a16="http://schemas.microsoft.com/office/drawing/2014/main" val="1072400913"/>
                    </a:ext>
                  </a:extLst>
                </a:gridCol>
                <a:gridCol w="1840724">
                  <a:extLst>
                    <a:ext uri="{9D8B030D-6E8A-4147-A177-3AD203B41FA5}">
                      <a16:colId xmlns:a16="http://schemas.microsoft.com/office/drawing/2014/main" val="3100007636"/>
                    </a:ext>
                  </a:extLst>
                </a:gridCol>
                <a:gridCol w="2567326">
                  <a:extLst>
                    <a:ext uri="{9D8B030D-6E8A-4147-A177-3AD203B41FA5}">
                      <a16:colId xmlns:a16="http://schemas.microsoft.com/office/drawing/2014/main" val="159556033"/>
                    </a:ext>
                  </a:extLst>
                </a:gridCol>
              </a:tblGrid>
              <a:tr h="242272">
                <a:tc>
                  <a:txBody>
                    <a:bodyPr/>
                    <a:lstStyle/>
                    <a:p>
                      <a:pPr algn="ctr"/>
                      <a:r>
                        <a:rPr lang="en-US" sz="1400" dirty="0"/>
                        <a:t>Algorithm</a:t>
                      </a:r>
                    </a:p>
                  </a:txBody>
                  <a:tcPr/>
                </a:tc>
                <a:tc>
                  <a:txBody>
                    <a:bodyPr/>
                    <a:lstStyle/>
                    <a:p>
                      <a:pPr algn="ctr"/>
                      <a:r>
                        <a:rPr lang="en-US" sz="1400" dirty="0"/>
                        <a:t>Map</a:t>
                      </a:r>
                    </a:p>
                  </a:txBody>
                  <a:tcPr/>
                </a:tc>
                <a:tc>
                  <a:txBody>
                    <a:bodyPr/>
                    <a:lstStyle/>
                    <a:p>
                      <a:pPr algn="ctr"/>
                      <a:r>
                        <a:rPr lang="en-US" sz="1400" dirty="0"/>
                        <a:t>Distance</a:t>
                      </a:r>
                      <a:endParaRPr lang="en-US" sz="1100" dirty="0"/>
                    </a:p>
                  </a:txBody>
                  <a:tcPr/>
                </a:tc>
                <a:tc>
                  <a:txBody>
                    <a:bodyPr/>
                    <a:lstStyle/>
                    <a:p>
                      <a:pPr algn="ctr"/>
                      <a:r>
                        <a:rPr lang="en-US" sz="1400" dirty="0"/>
                        <a:t>Execute Time</a:t>
                      </a:r>
                    </a:p>
                  </a:txBody>
                  <a:tcPr/>
                </a:tc>
                <a:extLst>
                  <a:ext uri="{0D108BD9-81ED-4DB2-BD59-A6C34878D82A}">
                    <a16:rowId xmlns:a16="http://schemas.microsoft.com/office/drawing/2014/main" val="2046534717"/>
                  </a:ext>
                </a:extLst>
              </a:tr>
              <a:tr h="342030">
                <a:tc>
                  <a:txBody>
                    <a:bodyPr/>
                    <a:lstStyle/>
                    <a:p>
                      <a:r>
                        <a:rPr lang="en-US" sz="1400" dirty="0"/>
                        <a:t>Nearest Neighbor</a:t>
                      </a:r>
                    </a:p>
                  </a:txBody>
                  <a:tcPr anchor="ctr"/>
                </a:tc>
                <a:tc>
                  <a:txBody>
                    <a:bodyPr/>
                    <a:lstStyle/>
                    <a:p>
                      <a:r>
                        <a:rPr lang="en-US" sz="1400" dirty="0"/>
                        <a:t>DEN-KC-BUF-NY-NE-MIA-LV-LA-DEN</a:t>
                      </a:r>
                    </a:p>
                  </a:txBody>
                  <a:tcPr anchor="ctr"/>
                </a:tc>
                <a:tc>
                  <a:txBody>
                    <a:bodyPr/>
                    <a:lstStyle/>
                    <a:p>
                      <a:r>
                        <a:rPr lang="en-US" sz="1400" dirty="0">
                          <a:highlight>
                            <a:srgbClr val="00FF00"/>
                          </a:highlight>
                        </a:rPr>
                        <a:t>6426 miles</a:t>
                      </a:r>
                    </a:p>
                  </a:txBody>
                  <a:tcPr anchor="ctr"/>
                </a:tc>
                <a:tc>
                  <a:txBody>
                    <a:bodyPr/>
                    <a:lstStyle/>
                    <a:p>
                      <a:r>
                        <a:rPr lang="en-US" sz="1400" dirty="0">
                          <a:highlight>
                            <a:srgbClr val="00FF00"/>
                          </a:highlight>
                        </a:rPr>
                        <a:t>0.0005 seconds</a:t>
                      </a:r>
                    </a:p>
                  </a:txBody>
                  <a:tcPr anchor="ctr"/>
                </a:tc>
                <a:extLst>
                  <a:ext uri="{0D108BD9-81ED-4DB2-BD59-A6C34878D82A}">
                    <a16:rowId xmlns:a16="http://schemas.microsoft.com/office/drawing/2014/main" val="3253819576"/>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MST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DEN-KC-BUF-NY-MIA-NE-LV-LA-DEN</a:t>
                      </a:r>
                    </a:p>
                  </a:txBody>
                  <a:tcPr anchor="ctr"/>
                </a:tc>
                <a:tc>
                  <a:txBody>
                    <a:bodyPr/>
                    <a:lstStyle/>
                    <a:p>
                      <a:r>
                        <a:rPr lang="en-US" sz="1400" dirty="0">
                          <a:highlight>
                            <a:srgbClr val="FF0000"/>
                          </a:highlight>
                        </a:rPr>
                        <a:t>7528 miles</a:t>
                      </a:r>
                    </a:p>
                  </a:txBody>
                  <a:tcPr anchor="ctr"/>
                </a:tc>
                <a:tc>
                  <a:txBody>
                    <a:bodyPr/>
                    <a:lstStyle/>
                    <a:p>
                      <a:r>
                        <a:rPr lang="en-US" sz="1400" dirty="0"/>
                        <a:t>0.0006 seconds</a:t>
                      </a:r>
                    </a:p>
                  </a:txBody>
                  <a:tcPr anchor="ctr"/>
                </a:tc>
                <a:extLst>
                  <a:ext uri="{0D108BD9-81ED-4DB2-BD59-A6C34878D82A}">
                    <a16:rowId xmlns:a16="http://schemas.microsoft.com/office/drawing/2014/main" val="2580919902"/>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Genetic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DEN-LA-LV-BUF-NE-NY-MIA-KC-DEN</a:t>
                      </a:r>
                    </a:p>
                  </a:txBody>
                  <a:tcPr anchor="ctr"/>
                </a:tc>
                <a:tc>
                  <a:txBody>
                    <a:bodyPr/>
                    <a:lstStyle/>
                    <a:p>
                      <a:r>
                        <a:rPr lang="en-US" sz="1400" dirty="0"/>
                        <a:t>6554 miles</a:t>
                      </a:r>
                    </a:p>
                  </a:txBody>
                  <a:tcPr anchor="ctr"/>
                </a:tc>
                <a:tc>
                  <a:txBody>
                    <a:bodyPr/>
                    <a:lstStyle/>
                    <a:p>
                      <a:r>
                        <a:rPr lang="en-US" sz="1400" dirty="0">
                          <a:highlight>
                            <a:srgbClr val="FF0000"/>
                          </a:highlight>
                        </a:rPr>
                        <a:t>1.3282 seconds</a:t>
                      </a:r>
                    </a:p>
                  </a:txBody>
                  <a:tcPr anchor="ctr"/>
                </a:tc>
                <a:extLst>
                  <a:ext uri="{0D108BD9-81ED-4DB2-BD59-A6C34878D82A}">
                    <a16:rowId xmlns:a16="http://schemas.microsoft.com/office/drawing/2014/main" val="4002321725"/>
                  </a:ext>
                </a:extLst>
              </a:tr>
            </a:tbl>
          </a:graphicData>
        </a:graphic>
      </p:graphicFrame>
      <p:grpSp>
        <p:nvGrpSpPr>
          <p:cNvPr id="21" name="Group 20">
            <a:extLst>
              <a:ext uri="{FF2B5EF4-FFF2-40B4-BE49-F238E27FC236}">
                <a16:creationId xmlns:a16="http://schemas.microsoft.com/office/drawing/2014/main" id="{3CA49933-D499-3F73-5FDA-3CF63F165FA1}"/>
              </a:ext>
            </a:extLst>
          </p:cNvPr>
          <p:cNvGrpSpPr/>
          <p:nvPr/>
        </p:nvGrpSpPr>
        <p:grpSpPr>
          <a:xfrm>
            <a:off x="492432" y="1879315"/>
            <a:ext cx="11207136" cy="2419082"/>
            <a:chOff x="592778" y="1879315"/>
            <a:chExt cx="11207136" cy="2419082"/>
          </a:xfrm>
        </p:grpSpPr>
        <p:sp>
          <p:nvSpPr>
            <p:cNvPr id="9" name="TextBox 8">
              <a:extLst>
                <a:ext uri="{FF2B5EF4-FFF2-40B4-BE49-F238E27FC236}">
                  <a16:creationId xmlns:a16="http://schemas.microsoft.com/office/drawing/2014/main" id="{9124E6A6-4620-D50F-E89F-DBD71AB6468E}"/>
                </a:ext>
              </a:extLst>
            </p:cNvPr>
            <p:cNvSpPr txBox="1"/>
            <p:nvPr/>
          </p:nvSpPr>
          <p:spPr>
            <a:xfrm>
              <a:off x="787162" y="1879315"/>
              <a:ext cx="2909455" cy="373254"/>
            </a:xfrm>
            <a:prstGeom prst="rect">
              <a:avLst/>
            </a:prstGeom>
            <a:noFill/>
          </p:spPr>
          <p:txBody>
            <a:bodyPr wrap="square" rtlCol="0">
              <a:spAutoFit/>
            </a:bodyPr>
            <a:lstStyle/>
            <a:p>
              <a:pPr algn="ctr"/>
              <a:r>
                <a:rPr lang="en-US" dirty="0"/>
                <a:t>Nearest Neighbor</a:t>
              </a:r>
            </a:p>
          </p:txBody>
        </p:sp>
        <p:sp>
          <p:nvSpPr>
            <p:cNvPr id="11" name="TextBox 10">
              <a:extLst>
                <a:ext uri="{FF2B5EF4-FFF2-40B4-BE49-F238E27FC236}">
                  <a16:creationId xmlns:a16="http://schemas.microsoft.com/office/drawing/2014/main" id="{4742088E-8DAD-C576-54B2-9A7C33738D3C}"/>
                </a:ext>
              </a:extLst>
            </p:cNvPr>
            <p:cNvSpPr txBox="1"/>
            <p:nvPr/>
          </p:nvSpPr>
          <p:spPr>
            <a:xfrm>
              <a:off x="4744462" y="1891970"/>
              <a:ext cx="2909455" cy="373254"/>
            </a:xfrm>
            <a:prstGeom prst="rect">
              <a:avLst/>
            </a:prstGeom>
            <a:noFill/>
          </p:spPr>
          <p:txBody>
            <a:bodyPr wrap="square" rtlCol="0">
              <a:spAutoFit/>
            </a:bodyPr>
            <a:lstStyle/>
            <a:p>
              <a:pPr algn="ctr"/>
              <a:r>
                <a:rPr lang="en-US" dirty="0"/>
                <a:t>MST</a:t>
              </a:r>
            </a:p>
          </p:txBody>
        </p:sp>
        <p:sp>
          <p:nvSpPr>
            <p:cNvPr id="13" name="TextBox 12">
              <a:extLst>
                <a:ext uri="{FF2B5EF4-FFF2-40B4-BE49-F238E27FC236}">
                  <a16:creationId xmlns:a16="http://schemas.microsoft.com/office/drawing/2014/main" id="{11839823-F239-6AE1-0362-25604E16F4F5}"/>
                </a:ext>
              </a:extLst>
            </p:cNvPr>
            <p:cNvSpPr txBox="1"/>
            <p:nvPr/>
          </p:nvSpPr>
          <p:spPr>
            <a:xfrm>
              <a:off x="8495383" y="1891970"/>
              <a:ext cx="2909455" cy="373254"/>
            </a:xfrm>
            <a:prstGeom prst="rect">
              <a:avLst/>
            </a:prstGeom>
            <a:noFill/>
          </p:spPr>
          <p:txBody>
            <a:bodyPr wrap="square" rtlCol="0">
              <a:spAutoFit/>
            </a:bodyPr>
            <a:lstStyle/>
            <a:p>
              <a:pPr algn="ctr"/>
              <a:r>
                <a:rPr lang="en-US" dirty="0"/>
                <a:t>Genetic</a:t>
              </a:r>
            </a:p>
          </p:txBody>
        </p:sp>
        <p:pic>
          <p:nvPicPr>
            <p:cNvPr id="18" name="Picture 17">
              <a:extLst>
                <a:ext uri="{FF2B5EF4-FFF2-40B4-BE49-F238E27FC236}">
                  <a16:creationId xmlns:a16="http://schemas.microsoft.com/office/drawing/2014/main" id="{3F038EE2-6F5A-133F-9242-9B80BFC1B1ED}"/>
                </a:ext>
              </a:extLst>
            </p:cNvPr>
            <p:cNvPicPr>
              <a:picLocks noChangeAspect="1"/>
            </p:cNvPicPr>
            <p:nvPr/>
          </p:nvPicPr>
          <p:blipFill>
            <a:blip r:embed="rId3"/>
            <a:stretch>
              <a:fillRect/>
            </a:stretch>
          </p:blipFill>
          <p:spPr>
            <a:xfrm>
              <a:off x="592778" y="2335315"/>
              <a:ext cx="3298222" cy="1963082"/>
            </a:xfrm>
            <a:prstGeom prst="rect">
              <a:avLst/>
            </a:prstGeom>
          </p:spPr>
        </p:pic>
        <p:pic>
          <p:nvPicPr>
            <p:cNvPr id="19" name="Picture 18">
              <a:extLst>
                <a:ext uri="{FF2B5EF4-FFF2-40B4-BE49-F238E27FC236}">
                  <a16:creationId xmlns:a16="http://schemas.microsoft.com/office/drawing/2014/main" id="{1879D3F6-BCA4-677C-9D3D-4D605A8AC3A2}"/>
                </a:ext>
              </a:extLst>
            </p:cNvPr>
            <p:cNvPicPr>
              <a:picLocks noChangeAspect="1"/>
            </p:cNvPicPr>
            <p:nvPr/>
          </p:nvPicPr>
          <p:blipFill>
            <a:blip r:embed="rId4"/>
            <a:srcRect l="122" t="29694" r="21138" b="-1"/>
            <a:stretch/>
          </p:blipFill>
          <p:spPr>
            <a:xfrm>
              <a:off x="4552638" y="2335315"/>
              <a:ext cx="3293104" cy="1963082"/>
            </a:xfrm>
            <a:prstGeom prst="rect">
              <a:avLst/>
            </a:prstGeom>
          </p:spPr>
        </p:pic>
        <p:pic>
          <p:nvPicPr>
            <p:cNvPr id="20" name="Picture 19">
              <a:extLst>
                <a:ext uri="{FF2B5EF4-FFF2-40B4-BE49-F238E27FC236}">
                  <a16:creationId xmlns:a16="http://schemas.microsoft.com/office/drawing/2014/main" id="{356F3A5E-AD20-E85B-786E-3AEB952DB743}"/>
                </a:ext>
              </a:extLst>
            </p:cNvPr>
            <p:cNvPicPr>
              <a:picLocks noChangeAspect="1"/>
            </p:cNvPicPr>
            <p:nvPr/>
          </p:nvPicPr>
          <p:blipFill>
            <a:blip r:embed="rId5"/>
            <a:srcRect t="39359" r="23719"/>
            <a:stretch/>
          </p:blipFill>
          <p:spPr>
            <a:xfrm>
              <a:off x="8507381" y="2335315"/>
              <a:ext cx="3292533" cy="1963082"/>
            </a:xfrm>
            <a:prstGeom prst="rect">
              <a:avLst/>
            </a:prstGeom>
          </p:spPr>
        </p:pic>
      </p:grpSp>
      <p:sp>
        <p:nvSpPr>
          <p:cNvPr id="23" name="TextBox 22">
            <a:extLst>
              <a:ext uri="{FF2B5EF4-FFF2-40B4-BE49-F238E27FC236}">
                <a16:creationId xmlns:a16="http://schemas.microsoft.com/office/drawing/2014/main" id="{AECFF9EF-FA89-D1A3-77A6-1B8F6016640E}"/>
              </a:ext>
            </a:extLst>
          </p:cNvPr>
          <p:cNvSpPr txBox="1"/>
          <p:nvPr/>
        </p:nvSpPr>
        <p:spPr>
          <a:xfrm>
            <a:off x="1708030" y="6280030"/>
            <a:ext cx="6098876" cy="369332"/>
          </a:xfrm>
          <a:prstGeom prst="rect">
            <a:avLst/>
          </a:prstGeom>
          <a:noFill/>
        </p:spPr>
        <p:txBody>
          <a:bodyPr wrap="square" rtlCol="0">
            <a:spAutoFit/>
          </a:bodyPr>
          <a:lstStyle/>
          <a:p>
            <a:r>
              <a:rPr lang="en-US" dirty="0"/>
              <a:t>* Full Code shared Separately</a:t>
            </a:r>
          </a:p>
        </p:txBody>
      </p:sp>
    </p:spTree>
    <p:extLst>
      <p:ext uri="{BB962C8B-B14F-4D97-AF65-F5344CB8AC3E}">
        <p14:creationId xmlns:p14="http://schemas.microsoft.com/office/powerpoint/2010/main" val="3039193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EB3BFB-B81B-94E0-8CAC-67D810B1927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Data Set C – 12 city</a:t>
            </a:r>
          </a:p>
        </p:txBody>
      </p:sp>
      <p:pic>
        <p:nvPicPr>
          <p:cNvPr id="5" name="Picture 4">
            <a:extLst>
              <a:ext uri="{FF2B5EF4-FFF2-40B4-BE49-F238E27FC236}">
                <a16:creationId xmlns:a16="http://schemas.microsoft.com/office/drawing/2014/main" id="{820A2BA8-A71C-0585-5124-6245F0D722AE}"/>
              </a:ext>
            </a:extLst>
          </p:cNvPr>
          <p:cNvPicPr>
            <a:picLocks noChangeAspect="1"/>
          </p:cNvPicPr>
          <p:nvPr/>
        </p:nvPicPr>
        <p:blipFill>
          <a:blip r:embed="rId2"/>
          <a:stretch>
            <a:fillRect/>
          </a:stretch>
        </p:blipFill>
        <p:spPr>
          <a:xfrm>
            <a:off x="5891842" y="12655"/>
            <a:ext cx="6300158" cy="1569570"/>
          </a:xfrm>
          <a:prstGeom prst="rect">
            <a:avLst/>
          </a:prstGeom>
        </p:spPr>
      </p:pic>
      <p:sp>
        <p:nvSpPr>
          <p:cNvPr id="9" name="TextBox 8">
            <a:extLst>
              <a:ext uri="{FF2B5EF4-FFF2-40B4-BE49-F238E27FC236}">
                <a16:creationId xmlns:a16="http://schemas.microsoft.com/office/drawing/2014/main" id="{FD005009-D67A-B363-7D64-85CFC58E4BFA}"/>
              </a:ext>
            </a:extLst>
          </p:cNvPr>
          <p:cNvSpPr txBox="1"/>
          <p:nvPr/>
        </p:nvSpPr>
        <p:spPr>
          <a:xfrm>
            <a:off x="787162" y="1879315"/>
            <a:ext cx="2909455" cy="373254"/>
          </a:xfrm>
          <a:prstGeom prst="rect">
            <a:avLst/>
          </a:prstGeom>
          <a:noFill/>
        </p:spPr>
        <p:txBody>
          <a:bodyPr wrap="square" rtlCol="0">
            <a:spAutoFit/>
          </a:bodyPr>
          <a:lstStyle/>
          <a:p>
            <a:pPr algn="ctr"/>
            <a:r>
              <a:rPr lang="en-US" dirty="0"/>
              <a:t>Nearest Neighbor</a:t>
            </a:r>
          </a:p>
        </p:txBody>
      </p:sp>
      <p:sp>
        <p:nvSpPr>
          <p:cNvPr id="11" name="TextBox 10">
            <a:extLst>
              <a:ext uri="{FF2B5EF4-FFF2-40B4-BE49-F238E27FC236}">
                <a16:creationId xmlns:a16="http://schemas.microsoft.com/office/drawing/2014/main" id="{8890658D-8E8A-17B9-34CE-94E610A054A2}"/>
              </a:ext>
            </a:extLst>
          </p:cNvPr>
          <p:cNvSpPr txBox="1"/>
          <p:nvPr/>
        </p:nvSpPr>
        <p:spPr>
          <a:xfrm>
            <a:off x="4623154" y="1891970"/>
            <a:ext cx="2909455" cy="373254"/>
          </a:xfrm>
          <a:prstGeom prst="rect">
            <a:avLst/>
          </a:prstGeom>
          <a:noFill/>
        </p:spPr>
        <p:txBody>
          <a:bodyPr wrap="square" rtlCol="0">
            <a:spAutoFit/>
          </a:bodyPr>
          <a:lstStyle/>
          <a:p>
            <a:pPr algn="ctr"/>
            <a:r>
              <a:rPr lang="en-US" dirty="0"/>
              <a:t>MST</a:t>
            </a:r>
          </a:p>
        </p:txBody>
      </p:sp>
      <p:sp>
        <p:nvSpPr>
          <p:cNvPr id="13" name="TextBox 12">
            <a:extLst>
              <a:ext uri="{FF2B5EF4-FFF2-40B4-BE49-F238E27FC236}">
                <a16:creationId xmlns:a16="http://schemas.microsoft.com/office/drawing/2014/main" id="{1608FF78-9BA7-A94E-FCFC-023B196B02D0}"/>
              </a:ext>
            </a:extLst>
          </p:cNvPr>
          <p:cNvSpPr txBox="1"/>
          <p:nvPr/>
        </p:nvSpPr>
        <p:spPr>
          <a:xfrm>
            <a:off x="8495383" y="1891970"/>
            <a:ext cx="2909455" cy="373254"/>
          </a:xfrm>
          <a:prstGeom prst="rect">
            <a:avLst/>
          </a:prstGeom>
          <a:noFill/>
        </p:spPr>
        <p:txBody>
          <a:bodyPr wrap="square" rtlCol="0">
            <a:spAutoFit/>
          </a:bodyPr>
          <a:lstStyle/>
          <a:p>
            <a:pPr algn="ctr"/>
            <a:r>
              <a:rPr lang="en-US" dirty="0"/>
              <a:t>Genetic</a:t>
            </a:r>
          </a:p>
        </p:txBody>
      </p:sp>
      <p:graphicFrame>
        <p:nvGraphicFramePr>
          <p:cNvPr id="17" name="Table 16">
            <a:extLst>
              <a:ext uri="{FF2B5EF4-FFF2-40B4-BE49-F238E27FC236}">
                <a16:creationId xmlns:a16="http://schemas.microsoft.com/office/drawing/2014/main" id="{9C687443-FFD0-EAC8-9599-470AC4C340AA}"/>
              </a:ext>
            </a:extLst>
          </p:cNvPr>
          <p:cNvGraphicFramePr>
            <a:graphicFrameLocks noGrp="1"/>
          </p:cNvGraphicFramePr>
          <p:nvPr>
            <p:extLst>
              <p:ext uri="{D42A27DB-BD31-4B8C-83A1-F6EECF244321}">
                <p14:modId xmlns:p14="http://schemas.microsoft.com/office/powerpoint/2010/main" val="1570072224"/>
              </p:ext>
            </p:extLst>
          </p:nvPr>
        </p:nvGraphicFramePr>
        <p:xfrm>
          <a:off x="933091" y="4677568"/>
          <a:ext cx="10325819" cy="1330890"/>
        </p:xfrm>
        <a:graphic>
          <a:graphicData uri="http://schemas.openxmlformats.org/drawingml/2006/table">
            <a:tbl>
              <a:tblPr firstRow="1" bandRow="1">
                <a:tableStyleId>{5C22544A-7EE6-4342-B048-85BDC9FD1C3A}</a:tableStyleId>
              </a:tblPr>
              <a:tblGrid>
                <a:gridCol w="1724712">
                  <a:extLst>
                    <a:ext uri="{9D8B030D-6E8A-4147-A177-3AD203B41FA5}">
                      <a16:colId xmlns:a16="http://schemas.microsoft.com/office/drawing/2014/main" val="2611604552"/>
                    </a:ext>
                  </a:extLst>
                </a:gridCol>
                <a:gridCol w="4891177">
                  <a:extLst>
                    <a:ext uri="{9D8B030D-6E8A-4147-A177-3AD203B41FA5}">
                      <a16:colId xmlns:a16="http://schemas.microsoft.com/office/drawing/2014/main" val="1072400913"/>
                    </a:ext>
                  </a:extLst>
                </a:gridCol>
                <a:gridCol w="1535502">
                  <a:extLst>
                    <a:ext uri="{9D8B030D-6E8A-4147-A177-3AD203B41FA5}">
                      <a16:colId xmlns:a16="http://schemas.microsoft.com/office/drawing/2014/main" val="3100007636"/>
                    </a:ext>
                  </a:extLst>
                </a:gridCol>
                <a:gridCol w="2174428">
                  <a:extLst>
                    <a:ext uri="{9D8B030D-6E8A-4147-A177-3AD203B41FA5}">
                      <a16:colId xmlns:a16="http://schemas.microsoft.com/office/drawing/2014/main" val="159556033"/>
                    </a:ext>
                  </a:extLst>
                </a:gridCol>
              </a:tblGrid>
              <a:tr h="242272">
                <a:tc>
                  <a:txBody>
                    <a:bodyPr/>
                    <a:lstStyle/>
                    <a:p>
                      <a:pPr algn="ctr"/>
                      <a:r>
                        <a:rPr lang="en-US" sz="1400" dirty="0"/>
                        <a:t>Algorithm</a:t>
                      </a:r>
                    </a:p>
                  </a:txBody>
                  <a:tcPr/>
                </a:tc>
                <a:tc>
                  <a:txBody>
                    <a:bodyPr/>
                    <a:lstStyle/>
                    <a:p>
                      <a:pPr algn="ctr"/>
                      <a:r>
                        <a:rPr lang="en-US" sz="1400" dirty="0"/>
                        <a:t>Map</a:t>
                      </a:r>
                    </a:p>
                  </a:txBody>
                  <a:tcPr/>
                </a:tc>
                <a:tc>
                  <a:txBody>
                    <a:bodyPr/>
                    <a:lstStyle/>
                    <a:p>
                      <a:pPr algn="ctr"/>
                      <a:r>
                        <a:rPr lang="en-US" sz="1400" dirty="0"/>
                        <a:t>Distance</a:t>
                      </a:r>
                      <a:endParaRPr lang="en-US" sz="1100" dirty="0"/>
                    </a:p>
                  </a:txBody>
                  <a:tcPr/>
                </a:tc>
                <a:tc>
                  <a:txBody>
                    <a:bodyPr/>
                    <a:lstStyle/>
                    <a:p>
                      <a:pPr algn="ctr"/>
                      <a:r>
                        <a:rPr lang="en-US" sz="1400" dirty="0"/>
                        <a:t>Execute Time</a:t>
                      </a:r>
                    </a:p>
                  </a:txBody>
                  <a:tcPr/>
                </a:tc>
                <a:extLst>
                  <a:ext uri="{0D108BD9-81ED-4DB2-BD59-A6C34878D82A}">
                    <a16:rowId xmlns:a16="http://schemas.microsoft.com/office/drawing/2014/main" val="2046534717"/>
                  </a:ext>
                </a:extLst>
              </a:tr>
              <a:tr h="342030">
                <a:tc>
                  <a:txBody>
                    <a:bodyPr/>
                    <a:lstStyle/>
                    <a:p>
                      <a:r>
                        <a:rPr lang="en-US" sz="1400" dirty="0"/>
                        <a:t>Nearest Neighbor</a:t>
                      </a:r>
                    </a:p>
                  </a:txBody>
                  <a:tcPr anchor="ctr"/>
                </a:tc>
                <a:tc>
                  <a:txBody>
                    <a:bodyPr/>
                    <a:lstStyle/>
                    <a:p>
                      <a:r>
                        <a:rPr lang="en-US" sz="1400" dirty="0"/>
                        <a:t>DEN-KC-IND-NSH-JAC-MIA-HOU-LV-LA-BUF-NY-NE-DEN</a:t>
                      </a:r>
                    </a:p>
                  </a:txBody>
                  <a:tcPr anchor="ctr"/>
                </a:tc>
                <a:tc>
                  <a:txBody>
                    <a:bodyPr/>
                    <a:lstStyle/>
                    <a:p>
                      <a:r>
                        <a:rPr lang="en-US" sz="1400" dirty="0">
                          <a:highlight>
                            <a:srgbClr val="FF0000"/>
                          </a:highlight>
                        </a:rPr>
                        <a:t>8983 miles</a:t>
                      </a:r>
                    </a:p>
                  </a:txBody>
                  <a:tcPr anchor="ctr"/>
                </a:tc>
                <a:tc>
                  <a:txBody>
                    <a:bodyPr/>
                    <a:lstStyle/>
                    <a:p>
                      <a:r>
                        <a:rPr lang="en-US" sz="1400" dirty="0">
                          <a:highlight>
                            <a:srgbClr val="00FF00"/>
                          </a:highlight>
                        </a:rPr>
                        <a:t>0.0009 seconds</a:t>
                      </a:r>
                    </a:p>
                  </a:txBody>
                  <a:tcPr anchor="ctr"/>
                </a:tc>
                <a:extLst>
                  <a:ext uri="{0D108BD9-81ED-4DB2-BD59-A6C34878D82A}">
                    <a16:rowId xmlns:a16="http://schemas.microsoft.com/office/drawing/2014/main" val="3253819576"/>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MST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DEN-KC-HOU-IND-BUF-NY-NE-NSH-JAC-MIA-LV-LA-DEN</a:t>
                      </a:r>
                    </a:p>
                  </a:txBody>
                  <a:tcPr anchor="ctr"/>
                </a:tc>
                <a:tc>
                  <a:txBody>
                    <a:bodyPr/>
                    <a:lstStyle/>
                    <a:p>
                      <a:r>
                        <a:rPr lang="en-US" sz="1400" dirty="0">
                          <a:highlight>
                            <a:srgbClr val="00FF00"/>
                          </a:highlight>
                        </a:rPr>
                        <a:t>8027 miles</a:t>
                      </a:r>
                    </a:p>
                  </a:txBody>
                  <a:tcPr anchor="ctr"/>
                </a:tc>
                <a:tc>
                  <a:txBody>
                    <a:bodyPr/>
                    <a:lstStyle/>
                    <a:p>
                      <a:r>
                        <a:rPr lang="en-US" sz="1400" dirty="0"/>
                        <a:t>0.0018 seconds</a:t>
                      </a:r>
                    </a:p>
                  </a:txBody>
                  <a:tcPr anchor="ctr"/>
                </a:tc>
                <a:extLst>
                  <a:ext uri="{0D108BD9-81ED-4DB2-BD59-A6C34878D82A}">
                    <a16:rowId xmlns:a16="http://schemas.microsoft.com/office/drawing/2014/main" val="2580919902"/>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Genetic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DEN-LV-LA-KC-MIA-JAC-IND-NSH-HOU-NY-NE-BUF-DEN</a:t>
                      </a:r>
                    </a:p>
                  </a:txBody>
                  <a:tcPr anchor="ctr"/>
                </a:tc>
                <a:tc>
                  <a:txBody>
                    <a:bodyPr/>
                    <a:lstStyle/>
                    <a:p>
                      <a:r>
                        <a:rPr lang="en-US" sz="1400" dirty="0"/>
                        <a:t>8787 miles</a:t>
                      </a:r>
                    </a:p>
                  </a:txBody>
                  <a:tcPr anchor="ctr"/>
                </a:tc>
                <a:tc>
                  <a:txBody>
                    <a:bodyPr/>
                    <a:lstStyle/>
                    <a:p>
                      <a:r>
                        <a:rPr lang="en-US" sz="1400" dirty="0">
                          <a:highlight>
                            <a:srgbClr val="FF0000"/>
                          </a:highlight>
                        </a:rPr>
                        <a:t>1.6809 seconds</a:t>
                      </a:r>
                    </a:p>
                  </a:txBody>
                  <a:tcPr anchor="ctr"/>
                </a:tc>
                <a:extLst>
                  <a:ext uri="{0D108BD9-81ED-4DB2-BD59-A6C34878D82A}">
                    <a16:rowId xmlns:a16="http://schemas.microsoft.com/office/drawing/2014/main" val="4002321725"/>
                  </a:ext>
                </a:extLst>
              </a:tr>
            </a:tbl>
          </a:graphicData>
        </a:graphic>
      </p:graphicFrame>
      <p:pic>
        <p:nvPicPr>
          <p:cNvPr id="19" name="Picture 18">
            <a:extLst>
              <a:ext uri="{FF2B5EF4-FFF2-40B4-BE49-F238E27FC236}">
                <a16:creationId xmlns:a16="http://schemas.microsoft.com/office/drawing/2014/main" id="{1123A309-FA78-F077-B150-D1D67A8BEAC4}"/>
              </a:ext>
            </a:extLst>
          </p:cNvPr>
          <p:cNvPicPr>
            <a:picLocks noChangeAspect="1"/>
          </p:cNvPicPr>
          <p:nvPr/>
        </p:nvPicPr>
        <p:blipFill>
          <a:blip r:embed="rId3"/>
          <a:srcRect t="25290" r="43625"/>
          <a:stretch/>
        </p:blipFill>
        <p:spPr>
          <a:xfrm>
            <a:off x="604197" y="2353785"/>
            <a:ext cx="3275384" cy="1963083"/>
          </a:xfrm>
          <a:prstGeom prst="rect">
            <a:avLst/>
          </a:prstGeom>
        </p:spPr>
      </p:pic>
      <p:pic>
        <p:nvPicPr>
          <p:cNvPr id="20" name="Picture 19">
            <a:extLst>
              <a:ext uri="{FF2B5EF4-FFF2-40B4-BE49-F238E27FC236}">
                <a16:creationId xmlns:a16="http://schemas.microsoft.com/office/drawing/2014/main" id="{8A8E414B-D8DF-AB33-2AF9-85DCBA742631}"/>
              </a:ext>
            </a:extLst>
          </p:cNvPr>
          <p:cNvPicPr>
            <a:picLocks noChangeAspect="1"/>
          </p:cNvPicPr>
          <p:nvPr/>
        </p:nvPicPr>
        <p:blipFill>
          <a:blip r:embed="rId4"/>
          <a:srcRect t="28761" r="16054"/>
          <a:stretch/>
        </p:blipFill>
        <p:spPr>
          <a:xfrm>
            <a:off x="4440189" y="2353784"/>
            <a:ext cx="3275384" cy="1963083"/>
          </a:xfrm>
          <a:prstGeom prst="rect">
            <a:avLst/>
          </a:prstGeom>
        </p:spPr>
      </p:pic>
      <p:pic>
        <p:nvPicPr>
          <p:cNvPr id="21" name="Picture 20">
            <a:extLst>
              <a:ext uri="{FF2B5EF4-FFF2-40B4-BE49-F238E27FC236}">
                <a16:creationId xmlns:a16="http://schemas.microsoft.com/office/drawing/2014/main" id="{22FA8415-59F9-0257-FEB0-FEC77849A58B}"/>
              </a:ext>
            </a:extLst>
          </p:cNvPr>
          <p:cNvPicPr>
            <a:picLocks noChangeAspect="1"/>
          </p:cNvPicPr>
          <p:nvPr/>
        </p:nvPicPr>
        <p:blipFill>
          <a:blip r:embed="rId5"/>
          <a:srcRect t="35311" r="22138"/>
          <a:stretch/>
        </p:blipFill>
        <p:spPr>
          <a:xfrm>
            <a:off x="8319770" y="2352873"/>
            <a:ext cx="3275384" cy="1963994"/>
          </a:xfrm>
          <a:prstGeom prst="rect">
            <a:avLst/>
          </a:prstGeom>
        </p:spPr>
      </p:pic>
      <p:sp>
        <p:nvSpPr>
          <p:cNvPr id="22" name="TextBox 21">
            <a:extLst>
              <a:ext uri="{FF2B5EF4-FFF2-40B4-BE49-F238E27FC236}">
                <a16:creationId xmlns:a16="http://schemas.microsoft.com/office/drawing/2014/main" id="{0AB85054-0A19-F58B-FED7-F91583A06457}"/>
              </a:ext>
            </a:extLst>
          </p:cNvPr>
          <p:cNvSpPr txBox="1"/>
          <p:nvPr/>
        </p:nvSpPr>
        <p:spPr>
          <a:xfrm>
            <a:off x="1708030" y="6280030"/>
            <a:ext cx="6098876" cy="369332"/>
          </a:xfrm>
          <a:prstGeom prst="rect">
            <a:avLst/>
          </a:prstGeom>
          <a:noFill/>
        </p:spPr>
        <p:txBody>
          <a:bodyPr wrap="square" rtlCol="0">
            <a:spAutoFit/>
          </a:bodyPr>
          <a:lstStyle/>
          <a:p>
            <a:r>
              <a:rPr lang="en-US" dirty="0"/>
              <a:t>* Full Code shared Separately</a:t>
            </a:r>
          </a:p>
        </p:txBody>
      </p:sp>
    </p:spTree>
    <p:extLst>
      <p:ext uri="{BB962C8B-B14F-4D97-AF65-F5344CB8AC3E}">
        <p14:creationId xmlns:p14="http://schemas.microsoft.com/office/powerpoint/2010/main" val="2617272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55C9BCC-82DB-3E1E-1B85-0EFB035C6E2B}"/>
              </a:ext>
            </a:extLst>
          </p:cNvPr>
          <p:cNvPicPr>
            <a:picLocks noChangeAspect="1"/>
          </p:cNvPicPr>
          <p:nvPr/>
        </p:nvPicPr>
        <p:blipFill>
          <a:blip r:embed="rId2"/>
          <a:stretch>
            <a:fillRect/>
          </a:stretch>
        </p:blipFill>
        <p:spPr>
          <a:xfrm>
            <a:off x="5891842" y="12655"/>
            <a:ext cx="6300158" cy="1569570"/>
          </a:xfrm>
          <a:prstGeom prst="rect">
            <a:avLst/>
          </a:prstGeom>
        </p:spPr>
      </p:pic>
      <p:sp>
        <p:nvSpPr>
          <p:cNvPr id="5" name="Title 1">
            <a:extLst>
              <a:ext uri="{FF2B5EF4-FFF2-40B4-BE49-F238E27FC236}">
                <a16:creationId xmlns:a16="http://schemas.microsoft.com/office/drawing/2014/main" id="{D028D0BE-4858-19B4-DC90-3F453AFBD5AD}"/>
              </a:ext>
            </a:extLst>
          </p:cNvPr>
          <p:cNvSpPr txBox="1">
            <a:spLocks/>
          </p:cNvSpPr>
          <p:nvPr/>
        </p:nvSpPr>
        <p:spPr>
          <a:xfrm>
            <a:off x="1371599" y="294538"/>
            <a:ext cx="9895951" cy="10336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Genetic Changes</a:t>
            </a:r>
          </a:p>
        </p:txBody>
      </p:sp>
      <p:sp>
        <p:nvSpPr>
          <p:cNvPr id="18" name="TextBox 17">
            <a:extLst>
              <a:ext uri="{FF2B5EF4-FFF2-40B4-BE49-F238E27FC236}">
                <a16:creationId xmlns:a16="http://schemas.microsoft.com/office/drawing/2014/main" id="{95629E1B-E48B-724F-19E7-014D2EBD3353}"/>
              </a:ext>
            </a:extLst>
          </p:cNvPr>
          <p:cNvSpPr txBox="1"/>
          <p:nvPr/>
        </p:nvSpPr>
        <p:spPr>
          <a:xfrm>
            <a:off x="740533" y="1758009"/>
            <a:ext cx="10473223" cy="1200329"/>
          </a:xfrm>
          <a:prstGeom prst="rect">
            <a:avLst/>
          </a:prstGeom>
          <a:noFill/>
        </p:spPr>
        <p:txBody>
          <a:bodyPr wrap="square" rtlCol="0">
            <a:spAutoFit/>
          </a:bodyPr>
          <a:lstStyle/>
          <a:p>
            <a:r>
              <a:rPr lang="en-US" dirty="0"/>
              <a:t>After initial review of results; I made an update to the ‘Generations’ variable within the Genetic algorithm reducing its output from 500 to 250 generations while keeping the population size and mutation rate the same, then ran the algorithm against the most complex 12-city map and found better distance results against competing algorithms (including previous Genetic Version) and halved the time to completion.</a:t>
            </a:r>
          </a:p>
        </p:txBody>
      </p:sp>
      <p:grpSp>
        <p:nvGrpSpPr>
          <p:cNvPr id="23" name="Group 22">
            <a:extLst>
              <a:ext uri="{FF2B5EF4-FFF2-40B4-BE49-F238E27FC236}">
                <a16:creationId xmlns:a16="http://schemas.microsoft.com/office/drawing/2014/main" id="{F8134672-8317-C687-3F1A-5F2CD7D98250}"/>
              </a:ext>
            </a:extLst>
          </p:cNvPr>
          <p:cNvGrpSpPr/>
          <p:nvPr/>
        </p:nvGrpSpPr>
        <p:grpSpPr>
          <a:xfrm>
            <a:off x="538760" y="3011879"/>
            <a:ext cx="3628457" cy="3034336"/>
            <a:chOff x="794327" y="3356023"/>
            <a:chExt cx="3628457" cy="3034336"/>
          </a:xfrm>
        </p:grpSpPr>
        <p:pic>
          <p:nvPicPr>
            <p:cNvPr id="20" name="Picture 19">
              <a:extLst>
                <a:ext uri="{FF2B5EF4-FFF2-40B4-BE49-F238E27FC236}">
                  <a16:creationId xmlns:a16="http://schemas.microsoft.com/office/drawing/2014/main" id="{6A401BFD-C178-4808-527E-D89D641E8CD1}"/>
                </a:ext>
              </a:extLst>
            </p:cNvPr>
            <p:cNvPicPr>
              <a:picLocks noChangeAspect="1"/>
            </p:cNvPicPr>
            <p:nvPr/>
          </p:nvPicPr>
          <p:blipFill>
            <a:blip r:embed="rId3"/>
            <a:srcRect t="37973" r="30000"/>
            <a:stretch/>
          </p:blipFill>
          <p:spPr>
            <a:xfrm>
              <a:off x="794327" y="3760304"/>
              <a:ext cx="3628457" cy="2630055"/>
            </a:xfrm>
            <a:prstGeom prst="rect">
              <a:avLst/>
            </a:prstGeom>
          </p:spPr>
        </p:pic>
        <p:sp>
          <p:nvSpPr>
            <p:cNvPr id="21" name="Rectangle 20">
              <a:extLst>
                <a:ext uri="{FF2B5EF4-FFF2-40B4-BE49-F238E27FC236}">
                  <a16:creationId xmlns:a16="http://schemas.microsoft.com/office/drawing/2014/main" id="{C271D769-FC2B-12CE-4F9A-3D48CD7980ED}"/>
                </a:ext>
              </a:extLst>
            </p:cNvPr>
            <p:cNvSpPr/>
            <p:nvPr/>
          </p:nvSpPr>
          <p:spPr>
            <a:xfrm>
              <a:off x="886691" y="4510703"/>
              <a:ext cx="1173018" cy="474714"/>
            </a:xfrm>
            <a:prstGeom prst="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2" name="TextBox 21">
              <a:extLst>
                <a:ext uri="{FF2B5EF4-FFF2-40B4-BE49-F238E27FC236}">
                  <a16:creationId xmlns:a16="http://schemas.microsoft.com/office/drawing/2014/main" id="{AF99CFDB-B86C-E220-F2CE-5F4EE9DC54CE}"/>
                </a:ext>
              </a:extLst>
            </p:cNvPr>
            <p:cNvSpPr txBox="1"/>
            <p:nvPr/>
          </p:nvSpPr>
          <p:spPr>
            <a:xfrm>
              <a:off x="1371599" y="3356023"/>
              <a:ext cx="2242869" cy="369332"/>
            </a:xfrm>
            <a:prstGeom prst="rect">
              <a:avLst/>
            </a:prstGeom>
            <a:noFill/>
          </p:spPr>
          <p:txBody>
            <a:bodyPr wrap="square" rtlCol="0">
              <a:spAutoFit/>
            </a:bodyPr>
            <a:lstStyle/>
            <a:p>
              <a:pPr algn="ctr"/>
              <a:r>
                <a:rPr lang="en-US" dirty="0"/>
                <a:t>Genetic 1.1</a:t>
              </a:r>
            </a:p>
          </p:txBody>
        </p:sp>
      </p:grpSp>
      <p:graphicFrame>
        <p:nvGraphicFramePr>
          <p:cNvPr id="24" name="Table 23">
            <a:extLst>
              <a:ext uri="{FF2B5EF4-FFF2-40B4-BE49-F238E27FC236}">
                <a16:creationId xmlns:a16="http://schemas.microsoft.com/office/drawing/2014/main" id="{F0DED76F-0FD7-E26E-553E-92119AFA9633}"/>
              </a:ext>
            </a:extLst>
          </p:cNvPr>
          <p:cNvGraphicFramePr>
            <a:graphicFrameLocks noGrp="1"/>
          </p:cNvGraphicFramePr>
          <p:nvPr>
            <p:extLst>
              <p:ext uri="{D42A27DB-BD31-4B8C-83A1-F6EECF244321}">
                <p14:modId xmlns:p14="http://schemas.microsoft.com/office/powerpoint/2010/main" val="33066548"/>
              </p:ext>
            </p:extLst>
          </p:nvPr>
        </p:nvGraphicFramePr>
        <p:xfrm>
          <a:off x="4416725" y="3794399"/>
          <a:ext cx="7525767" cy="1788090"/>
        </p:xfrm>
        <a:graphic>
          <a:graphicData uri="http://schemas.openxmlformats.org/drawingml/2006/table">
            <a:tbl>
              <a:tblPr firstRow="1" bandRow="1">
                <a:tableStyleId>{5C22544A-7EE6-4342-B048-85BDC9FD1C3A}</a:tableStyleId>
              </a:tblPr>
              <a:tblGrid>
                <a:gridCol w="990528">
                  <a:extLst>
                    <a:ext uri="{9D8B030D-6E8A-4147-A177-3AD203B41FA5}">
                      <a16:colId xmlns:a16="http://schemas.microsoft.com/office/drawing/2014/main" val="2611604552"/>
                    </a:ext>
                  </a:extLst>
                </a:gridCol>
                <a:gridCol w="4253805">
                  <a:extLst>
                    <a:ext uri="{9D8B030D-6E8A-4147-A177-3AD203B41FA5}">
                      <a16:colId xmlns:a16="http://schemas.microsoft.com/office/drawing/2014/main" val="1072400913"/>
                    </a:ext>
                  </a:extLst>
                </a:gridCol>
                <a:gridCol w="967462">
                  <a:extLst>
                    <a:ext uri="{9D8B030D-6E8A-4147-A177-3AD203B41FA5}">
                      <a16:colId xmlns:a16="http://schemas.microsoft.com/office/drawing/2014/main" val="3100007636"/>
                    </a:ext>
                  </a:extLst>
                </a:gridCol>
                <a:gridCol w="1313972">
                  <a:extLst>
                    <a:ext uri="{9D8B030D-6E8A-4147-A177-3AD203B41FA5}">
                      <a16:colId xmlns:a16="http://schemas.microsoft.com/office/drawing/2014/main" val="159556033"/>
                    </a:ext>
                  </a:extLst>
                </a:gridCol>
              </a:tblGrid>
              <a:tr h="242272">
                <a:tc>
                  <a:txBody>
                    <a:bodyPr/>
                    <a:lstStyle/>
                    <a:p>
                      <a:pPr algn="ctr"/>
                      <a:r>
                        <a:rPr lang="en-US" sz="1400" dirty="0"/>
                        <a:t>Algorithm</a:t>
                      </a:r>
                    </a:p>
                  </a:txBody>
                  <a:tcPr/>
                </a:tc>
                <a:tc>
                  <a:txBody>
                    <a:bodyPr/>
                    <a:lstStyle/>
                    <a:p>
                      <a:pPr algn="ctr"/>
                      <a:r>
                        <a:rPr lang="en-US" sz="1400" dirty="0"/>
                        <a:t>Map</a:t>
                      </a:r>
                    </a:p>
                  </a:txBody>
                  <a:tcPr/>
                </a:tc>
                <a:tc>
                  <a:txBody>
                    <a:bodyPr/>
                    <a:lstStyle/>
                    <a:p>
                      <a:pPr algn="ctr"/>
                      <a:r>
                        <a:rPr lang="en-US" sz="1400" dirty="0"/>
                        <a:t>Distance</a:t>
                      </a:r>
                      <a:endParaRPr lang="en-US" sz="1100" dirty="0"/>
                    </a:p>
                  </a:txBody>
                  <a:tcPr/>
                </a:tc>
                <a:tc>
                  <a:txBody>
                    <a:bodyPr/>
                    <a:lstStyle/>
                    <a:p>
                      <a:pPr algn="ctr"/>
                      <a:r>
                        <a:rPr lang="en-US" sz="1400" dirty="0"/>
                        <a:t>Execute Time</a:t>
                      </a:r>
                    </a:p>
                  </a:txBody>
                  <a:tcPr/>
                </a:tc>
                <a:extLst>
                  <a:ext uri="{0D108BD9-81ED-4DB2-BD59-A6C34878D82A}">
                    <a16:rowId xmlns:a16="http://schemas.microsoft.com/office/drawing/2014/main" val="2046534717"/>
                  </a:ext>
                </a:extLst>
              </a:tr>
              <a:tr h="342030">
                <a:tc>
                  <a:txBody>
                    <a:bodyPr/>
                    <a:lstStyle/>
                    <a:p>
                      <a:r>
                        <a:rPr lang="en-US" sz="1200" dirty="0"/>
                        <a:t>Nearest Neighbor</a:t>
                      </a:r>
                    </a:p>
                  </a:txBody>
                  <a:tcPr anchor="ctr"/>
                </a:tc>
                <a:tc>
                  <a:txBody>
                    <a:bodyPr/>
                    <a:lstStyle/>
                    <a:p>
                      <a:r>
                        <a:rPr lang="en-US" sz="1200" dirty="0"/>
                        <a:t>DEN-KC-IND-NSH-JAC-MIA-HOU-LV-LA-BUF-NY-NE-DEN</a:t>
                      </a:r>
                    </a:p>
                  </a:txBody>
                  <a:tcPr anchor="ctr"/>
                </a:tc>
                <a:tc>
                  <a:txBody>
                    <a:bodyPr/>
                    <a:lstStyle/>
                    <a:p>
                      <a:r>
                        <a:rPr lang="en-US" sz="1200" dirty="0"/>
                        <a:t>8983 miles</a:t>
                      </a:r>
                    </a:p>
                  </a:txBody>
                  <a:tcPr anchor="ctr"/>
                </a:tc>
                <a:tc>
                  <a:txBody>
                    <a:bodyPr/>
                    <a:lstStyle/>
                    <a:p>
                      <a:r>
                        <a:rPr lang="en-US" sz="1200" dirty="0"/>
                        <a:t>0.0009 seconds</a:t>
                      </a:r>
                    </a:p>
                  </a:txBody>
                  <a:tcPr anchor="ctr"/>
                </a:tc>
                <a:extLst>
                  <a:ext uri="{0D108BD9-81ED-4DB2-BD59-A6C34878D82A}">
                    <a16:rowId xmlns:a16="http://schemas.microsoft.com/office/drawing/2014/main" val="3253819576"/>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MST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DEN-KC-HOU-IND-BUF-NY-NE-NSH-JAC-MIA-LV-LA-DEN</a:t>
                      </a:r>
                    </a:p>
                  </a:txBody>
                  <a:tcPr anchor="ctr"/>
                </a:tc>
                <a:tc>
                  <a:txBody>
                    <a:bodyPr/>
                    <a:lstStyle/>
                    <a:p>
                      <a:r>
                        <a:rPr lang="en-US" sz="1200" dirty="0"/>
                        <a:t>8027 miles</a:t>
                      </a:r>
                    </a:p>
                  </a:txBody>
                  <a:tcPr anchor="ctr"/>
                </a:tc>
                <a:tc>
                  <a:txBody>
                    <a:bodyPr/>
                    <a:lstStyle/>
                    <a:p>
                      <a:r>
                        <a:rPr lang="en-US" sz="1200" dirty="0"/>
                        <a:t>0.0018 seconds</a:t>
                      </a:r>
                    </a:p>
                  </a:txBody>
                  <a:tcPr anchor="ctr"/>
                </a:tc>
                <a:extLst>
                  <a:ext uri="{0D108BD9-81ED-4DB2-BD59-A6C34878D82A}">
                    <a16:rowId xmlns:a16="http://schemas.microsoft.com/office/drawing/2014/main" val="2580919902"/>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Genetic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DEN-LV-LA-KC-MIA-JAC-IND-NSH-HOU-NY-NE-BUF-DEN</a:t>
                      </a:r>
                    </a:p>
                  </a:txBody>
                  <a:tcPr anchor="ctr"/>
                </a:tc>
                <a:tc>
                  <a:txBody>
                    <a:bodyPr/>
                    <a:lstStyle/>
                    <a:p>
                      <a:r>
                        <a:rPr lang="en-US" sz="1200" dirty="0"/>
                        <a:t>8787 miles</a:t>
                      </a:r>
                    </a:p>
                  </a:txBody>
                  <a:tcPr anchor="ctr"/>
                </a:tc>
                <a:tc>
                  <a:txBody>
                    <a:bodyPr/>
                    <a:lstStyle/>
                    <a:p>
                      <a:r>
                        <a:rPr lang="en-US" sz="1200" dirty="0"/>
                        <a:t>1.6809 seconds</a:t>
                      </a:r>
                    </a:p>
                  </a:txBody>
                  <a:tcPr anchor="ctr"/>
                </a:tc>
                <a:extLst>
                  <a:ext uri="{0D108BD9-81ED-4DB2-BD59-A6C34878D82A}">
                    <a16:rowId xmlns:a16="http://schemas.microsoft.com/office/drawing/2014/main" val="4002321725"/>
                  </a:ext>
                </a:extLst>
              </a:tr>
              <a:tr h="342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Genetic 1.1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DEN-LA-LV-HOU-MIA-JAC-NE-NY-BUF-NSH-IND-KC-DEN</a:t>
                      </a:r>
                    </a:p>
                  </a:txBody>
                  <a:tcPr anchor="ctr"/>
                </a:tc>
                <a:tc>
                  <a:txBody>
                    <a:bodyPr/>
                    <a:lstStyle/>
                    <a:p>
                      <a:r>
                        <a:rPr lang="en-US" sz="1200" dirty="0">
                          <a:highlight>
                            <a:srgbClr val="00FF00"/>
                          </a:highlight>
                        </a:rPr>
                        <a:t>6999 miles</a:t>
                      </a:r>
                    </a:p>
                  </a:txBody>
                  <a:tcPr anchor="ctr"/>
                </a:tc>
                <a:tc>
                  <a:txBody>
                    <a:bodyPr/>
                    <a:lstStyle/>
                    <a:p>
                      <a:r>
                        <a:rPr lang="en-US" sz="1200" dirty="0">
                          <a:highlight>
                            <a:srgbClr val="00FF00"/>
                          </a:highlight>
                        </a:rPr>
                        <a:t>0.6417 seconds</a:t>
                      </a:r>
                    </a:p>
                  </a:txBody>
                  <a:tcPr anchor="ctr"/>
                </a:tc>
                <a:extLst>
                  <a:ext uri="{0D108BD9-81ED-4DB2-BD59-A6C34878D82A}">
                    <a16:rowId xmlns:a16="http://schemas.microsoft.com/office/drawing/2014/main" val="111617094"/>
                  </a:ext>
                </a:extLst>
              </a:tr>
            </a:tbl>
          </a:graphicData>
        </a:graphic>
      </p:graphicFrame>
      <p:sp>
        <p:nvSpPr>
          <p:cNvPr id="25" name="TextBox 24">
            <a:extLst>
              <a:ext uri="{FF2B5EF4-FFF2-40B4-BE49-F238E27FC236}">
                <a16:creationId xmlns:a16="http://schemas.microsoft.com/office/drawing/2014/main" id="{1D894AF9-40EB-05E2-B342-917360824B8D}"/>
              </a:ext>
            </a:extLst>
          </p:cNvPr>
          <p:cNvSpPr txBox="1"/>
          <p:nvPr/>
        </p:nvSpPr>
        <p:spPr>
          <a:xfrm>
            <a:off x="6678282" y="3361971"/>
            <a:ext cx="2242869" cy="369332"/>
          </a:xfrm>
          <a:prstGeom prst="rect">
            <a:avLst/>
          </a:prstGeom>
          <a:noFill/>
        </p:spPr>
        <p:txBody>
          <a:bodyPr wrap="square" rtlCol="0">
            <a:spAutoFit/>
          </a:bodyPr>
          <a:lstStyle/>
          <a:p>
            <a:pPr algn="ctr"/>
            <a:r>
              <a:rPr lang="en-US" dirty="0"/>
              <a:t>Data Set C - Rerun</a:t>
            </a:r>
          </a:p>
        </p:txBody>
      </p:sp>
      <p:sp>
        <p:nvSpPr>
          <p:cNvPr id="27" name="TextBox 26">
            <a:extLst>
              <a:ext uri="{FF2B5EF4-FFF2-40B4-BE49-F238E27FC236}">
                <a16:creationId xmlns:a16="http://schemas.microsoft.com/office/drawing/2014/main" id="{7D74DD52-9B74-90FC-C7C6-37E6488E90A1}"/>
              </a:ext>
            </a:extLst>
          </p:cNvPr>
          <p:cNvSpPr txBox="1"/>
          <p:nvPr/>
        </p:nvSpPr>
        <p:spPr>
          <a:xfrm>
            <a:off x="1708030" y="6280030"/>
            <a:ext cx="6098876" cy="369332"/>
          </a:xfrm>
          <a:prstGeom prst="rect">
            <a:avLst/>
          </a:prstGeom>
          <a:noFill/>
        </p:spPr>
        <p:txBody>
          <a:bodyPr wrap="square" rtlCol="0">
            <a:spAutoFit/>
          </a:bodyPr>
          <a:lstStyle/>
          <a:p>
            <a:r>
              <a:rPr lang="en-US" dirty="0"/>
              <a:t>* Full Code shared Separately</a:t>
            </a:r>
          </a:p>
        </p:txBody>
      </p:sp>
    </p:spTree>
    <p:extLst>
      <p:ext uri="{BB962C8B-B14F-4D97-AF65-F5344CB8AC3E}">
        <p14:creationId xmlns:p14="http://schemas.microsoft.com/office/powerpoint/2010/main" val="3822104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73FF4C-8DE3-A0FF-3EF3-81102BCDA70D}"/>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Analysis &amp; Outcome</a:t>
            </a:r>
          </a:p>
        </p:txBody>
      </p:sp>
      <p:pic>
        <p:nvPicPr>
          <p:cNvPr id="6" name="Picture 5">
            <a:extLst>
              <a:ext uri="{FF2B5EF4-FFF2-40B4-BE49-F238E27FC236}">
                <a16:creationId xmlns:a16="http://schemas.microsoft.com/office/drawing/2014/main" id="{665B81C7-2098-21DA-63C7-90CA69EF421A}"/>
              </a:ext>
            </a:extLst>
          </p:cNvPr>
          <p:cNvPicPr>
            <a:picLocks noChangeAspect="1"/>
          </p:cNvPicPr>
          <p:nvPr/>
        </p:nvPicPr>
        <p:blipFill>
          <a:blip r:embed="rId2"/>
          <a:stretch>
            <a:fillRect/>
          </a:stretch>
        </p:blipFill>
        <p:spPr>
          <a:xfrm>
            <a:off x="5891842" y="12655"/>
            <a:ext cx="6300158" cy="1569570"/>
          </a:xfrm>
          <a:prstGeom prst="rect">
            <a:avLst/>
          </a:prstGeom>
        </p:spPr>
      </p:pic>
      <p:graphicFrame>
        <p:nvGraphicFramePr>
          <p:cNvPr id="3" name="Table 2">
            <a:extLst>
              <a:ext uri="{FF2B5EF4-FFF2-40B4-BE49-F238E27FC236}">
                <a16:creationId xmlns:a16="http://schemas.microsoft.com/office/drawing/2014/main" id="{9D82857A-B5B4-C169-7BB7-4F4FE3F54DBD}"/>
              </a:ext>
            </a:extLst>
          </p:cNvPr>
          <p:cNvGraphicFramePr>
            <a:graphicFrameLocks noGrp="1"/>
          </p:cNvGraphicFramePr>
          <p:nvPr>
            <p:extLst>
              <p:ext uri="{D42A27DB-BD31-4B8C-83A1-F6EECF244321}">
                <p14:modId xmlns:p14="http://schemas.microsoft.com/office/powerpoint/2010/main" val="2262740116"/>
              </p:ext>
            </p:extLst>
          </p:nvPr>
        </p:nvGraphicFramePr>
        <p:xfrm>
          <a:off x="1415092" y="1872624"/>
          <a:ext cx="8953500" cy="2857500"/>
        </p:xfrm>
        <a:graphic>
          <a:graphicData uri="http://schemas.openxmlformats.org/drawingml/2006/table">
            <a:tbl>
              <a:tblPr/>
              <a:tblGrid>
                <a:gridCol w="1130300">
                  <a:extLst>
                    <a:ext uri="{9D8B030D-6E8A-4147-A177-3AD203B41FA5}">
                      <a16:colId xmlns:a16="http://schemas.microsoft.com/office/drawing/2014/main" val="1451829211"/>
                    </a:ext>
                  </a:extLst>
                </a:gridCol>
                <a:gridCol w="1333500">
                  <a:extLst>
                    <a:ext uri="{9D8B030D-6E8A-4147-A177-3AD203B41FA5}">
                      <a16:colId xmlns:a16="http://schemas.microsoft.com/office/drawing/2014/main" val="3295920636"/>
                    </a:ext>
                  </a:extLst>
                </a:gridCol>
                <a:gridCol w="3568700">
                  <a:extLst>
                    <a:ext uri="{9D8B030D-6E8A-4147-A177-3AD203B41FA5}">
                      <a16:colId xmlns:a16="http://schemas.microsoft.com/office/drawing/2014/main" val="4100186628"/>
                    </a:ext>
                  </a:extLst>
                </a:gridCol>
                <a:gridCol w="1651000">
                  <a:extLst>
                    <a:ext uri="{9D8B030D-6E8A-4147-A177-3AD203B41FA5}">
                      <a16:colId xmlns:a16="http://schemas.microsoft.com/office/drawing/2014/main" val="2074135995"/>
                    </a:ext>
                  </a:extLst>
                </a:gridCol>
                <a:gridCol w="1270000">
                  <a:extLst>
                    <a:ext uri="{9D8B030D-6E8A-4147-A177-3AD203B41FA5}">
                      <a16:colId xmlns:a16="http://schemas.microsoft.com/office/drawing/2014/main" val="1987392077"/>
                    </a:ext>
                  </a:extLst>
                </a:gridCol>
              </a:tblGrid>
              <a:tr h="190500">
                <a:tc>
                  <a:txBody>
                    <a:bodyPr/>
                    <a:lstStyle/>
                    <a:p>
                      <a:pPr algn="ctr" fontAlgn="b"/>
                      <a:r>
                        <a:rPr lang="en-US" sz="1100" b="1" i="0" u="none" strike="noStrike">
                          <a:solidFill>
                            <a:srgbClr val="000000"/>
                          </a:solidFill>
                          <a:effectLst/>
                          <a:latin typeface="Aptos Narrow" panose="020B0004020202020204" pitchFamily="34" charset="0"/>
                        </a:rPr>
                        <a:t>Data Set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Algorithm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dirty="0">
                          <a:solidFill>
                            <a:srgbClr val="000000"/>
                          </a:solidFill>
                          <a:effectLst/>
                          <a:latin typeface="Aptos Narrow" panose="020B0004020202020204" pitchFamily="34" charset="0"/>
                        </a:rPr>
                        <a:t>Map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Distance Traveled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panose="020B0004020202020204" pitchFamily="34" charset="0"/>
                        </a:rPr>
                        <a:t>Time to Execute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4974796"/>
                  </a:ext>
                </a:extLst>
              </a:tr>
              <a:tr h="190500">
                <a:tc rowSpan="3">
                  <a:txBody>
                    <a:bodyPr/>
                    <a:lstStyle/>
                    <a:p>
                      <a:pPr algn="ctr" fontAlgn="ctr"/>
                      <a:r>
                        <a:rPr lang="en-US" sz="1100" b="0" i="0" u="none" strike="noStrike">
                          <a:solidFill>
                            <a:srgbClr val="000000"/>
                          </a:solidFill>
                          <a:effectLst/>
                          <a:latin typeface="Aptos Narrow" panose="020B0004020202020204" pitchFamily="34" charset="0"/>
                        </a:rPr>
                        <a: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Nearest Neighbor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DEN, KC, LV, LA,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2798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.0006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1190971"/>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Minimum Span Tree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DEN, KC, LV, LA,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2798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.0005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8614764"/>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Genetic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DEN, LV, LA, KC,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ptos Narrow" panose="020B0004020202020204" pitchFamily="34" charset="0"/>
                        </a:rPr>
                        <a:t>2793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.7763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8761932"/>
                  </a:ext>
                </a:extLst>
              </a:tr>
              <a:tr h="190500">
                <a:tc rowSpan="3">
                  <a:txBody>
                    <a:bodyPr/>
                    <a:lstStyle/>
                    <a:p>
                      <a:pPr algn="ctr" fontAlgn="ctr"/>
                      <a:r>
                        <a:rPr lang="en-US" sz="1100" b="0" i="0" u="none" strike="noStrike">
                          <a:solidFill>
                            <a:srgbClr val="000000"/>
                          </a:solidFill>
                          <a:effectLst/>
                          <a:latin typeface="Aptos Narrow" panose="020B0004020202020204" pitchFamily="34" charset="0"/>
                        </a:rPr>
                        <a: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Nearest Neighbor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it-IT" sz="1100" b="0" i="0" u="none" strike="noStrike" dirty="0">
                          <a:solidFill>
                            <a:srgbClr val="000000"/>
                          </a:solidFill>
                          <a:effectLst/>
                          <a:latin typeface="Aptos Narrow" panose="020B0004020202020204" pitchFamily="34" charset="0"/>
                        </a:rPr>
                        <a:t>DEN, KC, BUF, NY, NE, MIA, LV, LA,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6426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.0005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9213760"/>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Minimum Span Tree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it-IT" sz="1100" b="0" i="0" u="none" strike="noStrike" dirty="0">
                          <a:solidFill>
                            <a:srgbClr val="000000"/>
                          </a:solidFill>
                          <a:effectLst/>
                          <a:latin typeface="Aptos Narrow" panose="020B0004020202020204" pitchFamily="34" charset="0"/>
                        </a:rPr>
                        <a:t>DEN, KC, BUF, NY, MIA, NE, LV, LA,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7528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.0006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4408495"/>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Genetic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ptos Narrow" panose="020B0004020202020204" pitchFamily="34" charset="0"/>
                        </a:rPr>
                        <a:t>DEN, LA, LV, BUF, NE, NY, MIA, KC,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6554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1.3282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5669939"/>
                  </a:ext>
                </a:extLst>
              </a:tr>
              <a:tr h="190500">
                <a:tc rowSpan="4">
                  <a:txBody>
                    <a:bodyPr/>
                    <a:lstStyle/>
                    <a:p>
                      <a:pPr algn="ctr" fontAlgn="ctr"/>
                      <a:r>
                        <a:rPr lang="en-US" sz="1100" b="0" i="0" u="none" strike="noStrike">
                          <a:solidFill>
                            <a:srgbClr val="000000"/>
                          </a:solidFill>
                          <a:effectLst/>
                          <a:latin typeface="Aptos Narrow" panose="020B0004020202020204" pitchFamily="34" charset="0"/>
                        </a:rPr>
                        <a: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Nearest Neighbor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ptos Narrow" panose="020B0004020202020204" pitchFamily="34" charset="0"/>
                        </a:rPr>
                        <a:t>DEN, KC, IND, NSH, JAC, MIA, HOU, LV, LA, BUF, NY, NE,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8983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.0009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9933245"/>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Minimum Span Tree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ptos Narrow" panose="020B0004020202020204" pitchFamily="34" charset="0"/>
                        </a:rPr>
                        <a:t>DEN, KC, HOU, IND, BUF, NY, NE, NSH, JAC, MIA, LV, LA,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8027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.0018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9527786"/>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Genetic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da-DK" sz="1100" b="0" i="0" u="none" strike="noStrike" dirty="0">
                          <a:solidFill>
                            <a:srgbClr val="000000"/>
                          </a:solidFill>
                          <a:effectLst/>
                          <a:latin typeface="Aptos Narrow" panose="020B0004020202020204" pitchFamily="34" charset="0"/>
                        </a:rPr>
                        <a:t>DEN, LV, LA, KC, MIA, JAC, IND, NSH, HOU, NY, NE, BUF,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8787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1.6809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0952962"/>
                  </a:ext>
                </a:extLst>
              </a:tr>
              <a:tr h="190500">
                <a:tc v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Genetic1.1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ptos Narrow" panose="020B0004020202020204" pitchFamily="34" charset="0"/>
                        </a:rPr>
                        <a:t>DEN, LA, LV, HOU, MIA, JAC, NE, NY, BUF, NSH, IND, KC, DEN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6999 miles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Aptos Narrow" panose="020B0004020202020204" pitchFamily="34" charset="0"/>
                        </a:rPr>
                        <a:t>0.6417 seconds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134933"/>
                  </a:ext>
                </a:extLst>
              </a:tr>
              <a:tr h="19050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80978894"/>
                  </a:ext>
                </a:extLst>
              </a:tr>
              <a:tr h="190500">
                <a:tc gridSpan="3">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073056696"/>
                  </a:ext>
                </a:extLst>
              </a:tr>
              <a:tr h="190500">
                <a:tc gridSpan="3">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070864314"/>
                  </a:ext>
                </a:extLst>
              </a:tr>
              <a:tr h="190500">
                <a:tc gridSpan="5">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61011863"/>
                  </a:ext>
                </a:extLst>
              </a:tr>
            </a:tbl>
          </a:graphicData>
        </a:graphic>
      </p:graphicFrame>
      <p:sp>
        <p:nvSpPr>
          <p:cNvPr id="5" name="TextBox 4">
            <a:extLst>
              <a:ext uri="{FF2B5EF4-FFF2-40B4-BE49-F238E27FC236}">
                <a16:creationId xmlns:a16="http://schemas.microsoft.com/office/drawing/2014/main" id="{3116C106-B830-13A9-BDE3-C8378128980A}"/>
              </a:ext>
            </a:extLst>
          </p:cNvPr>
          <p:cNvSpPr txBox="1"/>
          <p:nvPr/>
        </p:nvSpPr>
        <p:spPr>
          <a:xfrm>
            <a:off x="664143" y="4040970"/>
            <a:ext cx="10953550" cy="2308324"/>
          </a:xfrm>
          <a:prstGeom prst="rect">
            <a:avLst/>
          </a:prstGeom>
          <a:noFill/>
        </p:spPr>
        <p:txBody>
          <a:bodyPr wrap="square" rtlCol="0">
            <a:spAutoFit/>
          </a:bodyPr>
          <a:lstStyle/>
          <a:p>
            <a:r>
              <a:rPr lang="en-US" dirty="0"/>
              <a:t>Key Takeaways:</a:t>
            </a:r>
          </a:p>
          <a:p>
            <a:pPr marL="285750" indent="-285750">
              <a:buFont typeface="Wingdings" panose="05000000000000000000" pitchFamily="2" charset="2"/>
              <a:buChar char="Ø"/>
            </a:pPr>
            <a:r>
              <a:rPr lang="en-US" dirty="0"/>
              <a:t>For small ‘simple’ data sets; Nearest Neighbor and/or Minimum Spanning Tree are good options that produce quality maps in an efficient manner. Genetic produces good maps less efficiently.</a:t>
            </a:r>
          </a:p>
          <a:p>
            <a:pPr marL="285750" indent="-285750">
              <a:buFont typeface="Wingdings" panose="05000000000000000000" pitchFamily="2" charset="2"/>
              <a:buChar char="Ø"/>
            </a:pPr>
            <a:r>
              <a:rPr lang="en-US" dirty="0"/>
              <a:t>For medium ‘somewhat complex’ data sets; Nearest Neighbor produces good maps efficiently but Genetic could also be a good option here too if efficiency isn’t a concern.</a:t>
            </a:r>
          </a:p>
          <a:p>
            <a:pPr marL="285750" indent="-285750">
              <a:buFont typeface="Wingdings" panose="05000000000000000000" pitchFamily="2" charset="2"/>
              <a:buChar char="Ø"/>
            </a:pPr>
            <a:r>
              <a:rPr lang="en-US" dirty="0"/>
              <a:t>For large ‘complex’ data sets; Genetic can provide some of the best maps if variables like Mutation Rate, Generation and Population are set appropriately. The value seen in better mapping makes this option the best even with the expanded computation time.</a:t>
            </a:r>
          </a:p>
        </p:txBody>
      </p:sp>
    </p:spTree>
    <p:extLst>
      <p:ext uri="{BB962C8B-B14F-4D97-AF65-F5344CB8AC3E}">
        <p14:creationId xmlns:p14="http://schemas.microsoft.com/office/powerpoint/2010/main" val="454711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2AB675-5EB8-1398-A6B4-AE314F549BCF}"/>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Other Use Cases</a:t>
            </a:r>
          </a:p>
        </p:txBody>
      </p:sp>
      <p:pic>
        <p:nvPicPr>
          <p:cNvPr id="5" name="Picture 4">
            <a:extLst>
              <a:ext uri="{FF2B5EF4-FFF2-40B4-BE49-F238E27FC236}">
                <a16:creationId xmlns:a16="http://schemas.microsoft.com/office/drawing/2014/main" id="{16962ADB-2C9C-20F7-499E-3A97763C667A}"/>
              </a:ext>
            </a:extLst>
          </p:cNvPr>
          <p:cNvPicPr>
            <a:picLocks noChangeAspect="1"/>
          </p:cNvPicPr>
          <p:nvPr/>
        </p:nvPicPr>
        <p:blipFill>
          <a:blip r:embed="rId2"/>
          <a:stretch>
            <a:fillRect/>
          </a:stretch>
        </p:blipFill>
        <p:spPr>
          <a:xfrm>
            <a:off x="5891842" y="12655"/>
            <a:ext cx="6300158" cy="1569570"/>
          </a:xfrm>
          <a:prstGeom prst="rect">
            <a:avLst/>
          </a:prstGeom>
        </p:spPr>
      </p:pic>
      <p:sp>
        <p:nvSpPr>
          <p:cNvPr id="4" name="Rectangle 3">
            <a:extLst>
              <a:ext uri="{FF2B5EF4-FFF2-40B4-BE49-F238E27FC236}">
                <a16:creationId xmlns:a16="http://schemas.microsoft.com/office/drawing/2014/main" id="{425DC63E-5453-BA00-C617-390634F5104E}"/>
              </a:ext>
            </a:extLst>
          </p:cNvPr>
          <p:cNvSpPr/>
          <p:nvPr/>
        </p:nvSpPr>
        <p:spPr>
          <a:xfrm>
            <a:off x="189296" y="2252312"/>
            <a:ext cx="3811604" cy="4023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Nearest Neighbor</a:t>
            </a:r>
          </a:p>
          <a:p>
            <a:pPr algn="ctr"/>
            <a:endParaRPr lang="en-US" dirty="0"/>
          </a:p>
          <a:p>
            <a:r>
              <a:rPr lang="en-US" dirty="0"/>
              <a:t>Easy to implement and is fast when used for small instances.</a:t>
            </a:r>
          </a:p>
          <a:p>
            <a:endParaRPr lang="en-US" dirty="0"/>
          </a:p>
          <a:p>
            <a:pPr marL="285750" indent="-285750">
              <a:buFontTx/>
              <a:buChar char="-"/>
            </a:pPr>
            <a:r>
              <a:rPr lang="en-US" dirty="0"/>
              <a:t>Fraud Detection: Identify anomalies in transactional data. (Mongodb.com, 2025)</a:t>
            </a:r>
          </a:p>
          <a:p>
            <a:pPr marL="285750" indent="-285750">
              <a:buFontTx/>
              <a:buChar char="-"/>
            </a:pPr>
            <a:endParaRPr lang="en-US" dirty="0"/>
          </a:p>
          <a:p>
            <a:pPr marL="285750" indent="-285750">
              <a:buFontTx/>
              <a:buChar char="-"/>
            </a:pPr>
            <a:r>
              <a:rPr lang="en-US" dirty="0"/>
              <a:t>Content-Based Recognition: Recommends like items based on what a user has previously interacted with.</a:t>
            </a:r>
          </a:p>
        </p:txBody>
      </p:sp>
      <p:sp>
        <p:nvSpPr>
          <p:cNvPr id="6" name="Rectangle 5">
            <a:extLst>
              <a:ext uri="{FF2B5EF4-FFF2-40B4-BE49-F238E27FC236}">
                <a16:creationId xmlns:a16="http://schemas.microsoft.com/office/drawing/2014/main" id="{6F03836A-F804-688C-015F-38E757A476F2}"/>
              </a:ext>
            </a:extLst>
          </p:cNvPr>
          <p:cNvSpPr/>
          <p:nvPr/>
        </p:nvSpPr>
        <p:spPr>
          <a:xfrm>
            <a:off x="4190196" y="2252312"/>
            <a:ext cx="3811604" cy="4023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Minimum Spanning Tree</a:t>
            </a:r>
          </a:p>
          <a:p>
            <a:pPr algn="ctr"/>
            <a:endParaRPr lang="en-US" b="1" dirty="0"/>
          </a:p>
          <a:p>
            <a:r>
              <a:rPr lang="en-US" dirty="0"/>
              <a:t>Good option for managing data sets when efficiency is a large concern.</a:t>
            </a:r>
          </a:p>
          <a:p>
            <a:endParaRPr lang="en-US" dirty="0"/>
          </a:p>
          <a:p>
            <a:pPr marL="285750" indent="-285750">
              <a:buFontTx/>
              <a:buChar char="-"/>
            </a:pPr>
            <a:r>
              <a:rPr lang="en-US" dirty="0"/>
              <a:t>Network Management: Prevent broadcast storms caused by loops. (</a:t>
            </a:r>
            <a:r>
              <a:rPr lang="en-US" dirty="0" err="1"/>
              <a:t>Tsinovoi</a:t>
            </a:r>
            <a:r>
              <a:rPr lang="en-US" dirty="0"/>
              <a:t>, 2025)</a:t>
            </a:r>
          </a:p>
          <a:p>
            <a:pPr marL="285750" indent="-285750">
              <a:buFontTx/>
              <a:buChar char="-"/>
            </a:pPr>
            <a:endParaRPr lang="en-US" dirty="0"/>
          </a:p>
          <a:p>
            <a:pPr marL="285750" indent="-285750">
              <a:buFontTx/>
              <a:buChar char="-"/>
            </a:pPr>
            <a:r>
              <a:rPr lang="en-US" dirty="0"/>
              <a:t>Image Processing: Useful in object recognition and image analysis.</a:t>
            </a:r>
          </a:p>
        </p:txBody>
      </p:sp>
      <p:sp>
        <p:nvSpPr>
          <p:cNvPr id="7" name="Rectangle 6">
            <a:extLst>
              <a:ext uri="{FF2B5EF4-FFF2-40B4-BE49-F238E27FC236}">
                <a16:creationId xmlns:a16="http://schemas.microsoft.com/office/drawing/2014/main" id="{82F7BE74-3F5C-97AD-9C77-F91294BEF012}"/>
              </a:ext>
            </a:extLst>
          </p:cNvPr>
          <p:cNvSpPr/>
          <p:nvPr/>
        </p:nvSpPr>
        <p:spPr>
          <a:xfrm>
            <a:off x="8191096" y="2252312"/>
            <a:ext cx="3811604" cy="4023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Genetic</a:t>
            </a:r>
          </a:p>
          <a:p>
            <a:pPr algn="ctr"/>
            <a:endParaRPr lang="en-US" dirty="0"/>
          </a:p>
          <a:p>
            <a:r>
              <a:rPr lang="en-US" dirty="0"/>
              <a:t>Best chance to find optimal solutions for large and complex problems.</a:t>
            </a:r>
          </a:p>
          <a:p>
            <a:endParaRPr lang="en-US" dirty="0"/>
          </a:p>
          <a:p>
            <a:pPr marL="285750" indent="-285750">
              <a:buFontTx/>
              <a:buChar char="-"/>
            </a:pPr>
            <a:r>
              <a:rPr lang="en-US" dirty="0"/>
              <a:t>Healthcare: Provide better patient care and reduce treatment costs.</a:t>
            </a:r>
          </a:p>
          <a:p>
            <a:pPr marL="285750" indent="-285750">
              <a:buFontTx/>
              <a:buChar char="-"/>
            </a:pPr>
            <a:endParaRPr lang="en-US" dirty="0"/>
          </a:p>
          <a:p>
            <a:pPr marL="285750" indent="-285750">
              <a:buFontTx/>
              <a:buChar char="-"/>
            </a:pPr>
            <a:r>
              <a:rPr lang="en-US" dirty="0"/>
              <a:t>Manufacturing: Identify inefficiencies in production processes. (Wadsworth, 2023)</a:t>
            </a:r>
          </a:p>
          <a:p>
            <a:pPr algn="ctr"/>
            <a:endParaRPr lang="en-US" dirty="0"/>
          </a:p>
        </p:txBody>
      </p:sp>
    </p:spTree>
    <p:extLst>
      <p:ext uri="{BB962C8B-B14F-4D97-AF65-F5344CB8AC3E}">
        <p14:creationId xmlns:p14="http://schemas.microsoft.com/office/powerpoint/2010/main" val="20696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129AC-CAB2-5566-A8A2-E9C62F3FA63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Personal Reflection</a:t>
            </a:r>
          </a:p>
        </p:txBody>
      </p:sp>
      <p:pic>
        <p:nvPicPr>
          <p:cNvPr id="5" name="Picture 4">
            <a:extLst>
              <a:ext uri="{FF2B5EF4-FFF2-40B4-BE49-F238E27FC236}">
                <a16:creationId xmlns:a16="http://schemas.microsoft.com/office/drawing/2014/main" id="{B5A0DAFF-01F7-0239-61B4-B3FA4B938201}"/>
              </a:ext>
            </a:extLst>
          </p:cNvPr>
          <p:cNvPicPr>
            <a:picLocks noChangeAspect="1"/>
          </p:cNvPicPr>
          <p:nvPr/>
        </p:nvPicPr>
        <p:blipFill>
          <a:blip r:embed="rId2"/>
          <a:stretch>
            <a:fillRect/>
          </a:stretch>
        </p:blipFill>
        <p:spPr>
          <a:xfrm>
            <a:off x="5891842" y="12655"/>
            <a:ext cx="6300158" cy="1569570"/>
          </a:xfrm>
          <a:prstGeom prst="rect">
            <a:avLst/>
          </a:prstGeom>
        </p:spPr>
      </p:pic>
      <p:sp>
        <p:nvSpPr>
          <p:cNvPr id="4" name="TextBox 3">
            <a:extLst>
              <a:ext uri="{FF2B5EF4-FFF2-40B4-BE49-F238E27FC236}">
                <a16:creationId xmlns:a16="http://schemas.microsoft.com/office/drawing/2014/main" id="{2BD0ACC0-363F-E1C5-E2A4-123BFA2C65D1}"/>
              </a:ext>
            </a:extLst>
          </p:cNvPr>
          <p:cNvSpPr txBox="1"/>
          <p:nvPr/>
        </p:nvSpPr>
        <p:spPr>
          <a:xfrm>
            <a:off x="1148022" y="2245076"/>
            <a:ext cx="9895951" cy="3693319"/>
          </a:xfrm>
          <a:prstGeom prst="rect">
            <a:avLst/>
          </a:prstGeom>
          <a:noFill/>
        </p:spPr>
        <p:txBody>
          <a:bodyPr wrap="square" rtlCol="0">
            <a:spAutoFit/>
          </a:bodyPr>
          <a:lstStyle/>
          <a:p>
            <a:r>
              <a:rPr lang="en-US" dirty="0"/>
              <a:t>Like many other facets in algorithmic design and analysis there are myriad ways to solve problems like “The Traveling Salesman”. This exercise has underscored the importance of understanding what tool to use to maximize the output and manage the cost in development and computing.</a:t>
            </a:r>
          </a:p>
          <a:p>
            <a:endParaRPr lang="en-US" dirty="0"/>
          </a:p>
          <a:p>
            <a:r>
              <a:rPr lang="en-US" dirty="0"/>
              <a:t>Fit For Purpose:</a:t>
            </a:r>
          </a:p>
          <a:p>
            <a:endParaRPr lang="en-US" dirty="0"/>
          </a:p>
          <a:p>
            <a:pPr marL="285750" indent="-285750">
              <a:buFont typeface="Arial" panose="020B0604020202020204" pitchFamily="34" charset="0"/>
              <a:buChar char="•"/>
            </a:pPr>
            <a:r>
              <a:rPr lang="en-US" dirty="0"/>
              <a:t>This experiment drove home the importance of understanding what outcomes one is looking for  while considering cost in accuracy and performance and I now have a greater knowledge of the benefits and challenges each of the three algorithms, Nearest Neighbor, Minimum Spanning Tree, and Genetic when used against varying levels of complexity within data sets.</a:t>
            </a:r>
          </a:p>
          <a:p>
            <a:pPr marL="285750" indent="-285750">
              <a:buFont typeface="Arial" panose="020B0604020202020204" pitchFamily="34" charset="0"/>
              <a:buChar char="•"/>
            </a:pPr>
            <a:r>
              <a:rPr lang="en-US" dirty="0"/>
              <a:t>After performing this work, I can reasonably offer a recommendation on what type of algorithm should be used based on criteria including size and complexity of input as well as expected output for problems like TSP. </a:t>
            </a:r>
          </a:p>
        </p:txBody>
      </p:sp>
    </p:spTree>
    <p:extLst>
      <p:ext uri="{BB962C8B-B14F-4D97-AF65-F5344CB8AC3E}">
        <p14:creationId xmlns:p14="http://schemas.microsoft.com/office/powerpoint/2010/main" val="3118799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F8A082AC-B83B-16BC-4079-375CC020858C}"/>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a:solidFill>
                  <a:srgbClr val="FFFFFF"/>
                </a:solidFill>
                <a:latin typeface="+mj-lt"/>
                <a:ea typeface="+mj-ea"/>
                <a:cs typeface="+mj-cs"/>
              </a:rPr>
              <a:t>Appendix</a:t>
            </a:r>
          </a:p>
        </p:txBody>
      </p:sp>
      <p:sp>
        <p:nvSpPr>
          <p:cNvPr id="34" name="Rectangle 3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9287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B03A74-9203-E9D4-22A4-5BB1E08872C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References</a:t>
            </a:r>
          </a:p>
        </p:txBody>
      </p:sp>
      <p:sp>
        <p:nvSpPr>
          <p:cNvPr id="5" name="TextBox 4">
            <a:extLst>
              <a:ext uri="{FF2B5EF4-FFF2-40B4-BE49-F238E27FC236}">
                <a16:creationId xmlns:a16="http://schemas.microsoft.com/office/drawing/2014/main" id="{271181C9-6EA3-7FF8-CDB9-5C54ACC094DA}"/>
              </a:ext>
            </a:extLst>
          </p:cNvPr>
          <p:cNvSpPr txBox="1"/>
          <p:nvPr/>
        </p:nvSpPr>
        <p:spPr>
          <a:xfrm>
            <a:off x="359990" y="2003764"/>
            <a:ext cx="11472015" cy="4524315"/>
          </a:xfrm>
          <a:prstGeom prst="rect">
            <a:avLst/>
          </a:prstGeom>
          <a:noFill/>
        </p:spPr>
        <p:txBody>
          <a:bodyPr wrap="square">
            <a:spAutoFit/>
          </a:bodyPr>
          <a:lstStyle/>
          <a:p>
            <a:r>
              <a:rPr lang="en-US" dirty="0"/>
              <a:t>-    Hoos, Holger &amp; </a:t>
            </a:r>
            <a:r>
              <a:rPr lang="en-US" dirty="0" err="1"/>
              <a:t>Stutzle</a:t>
            </a:r>
            <a:r>
              <a:rPr lang="en-US" dirty="0"/>
              <a:t>, Thomas (2005). Sciencedirect.com. In the Morgan Kaufman Series in Artificial 	Intelligence.</a:t>
            </a:r>
          </a:p>
          <a:p>
            <a:r>
              <a:rPr lang="en-US" dirty="0"/>
              <a:t>	</a:t>
            </a:r>
            <a:r>
              <a:rPr lang="en-US" dirty="0">
                <a:hlinkClick r:id="rId2"/>
              </a:rPr>
              <a:t>https://www.sciencedirect.com/science/article/pii/B9781558608726500184</a:t>
            </a:r>
            <a:endParaRPr lang="en-US" dirty="0"/>
          </a:p>
          <a:p>
            <a:endParaRPr lang="en-US" dirty="0"/>
          </a:p>
          <a:p>
            <a:pPr marL="285750" indent="-285750">
              <a:buFontTx/>
              <a:buChar char="-"/>
            </a:pPr>
            <a:r>
              <a:rPr lang="en-US" dirty="0"/>
              <a:t>Mongodb.com (2025). What is K-Nearest Neighbors (KNN) Search?</a:t>
            </a:r>
          </a:p>
          <a:p>
            <a:pPr lvl="2"/>
            <a:r>
              <a:rPr lang="en-US" dirty="0">
                <a:hlinkClick r:id="rId3"/>
              </a:rPr>
              <a:t>https://www.mongodb.com/resources/basics/knn-search</a:t>
            </a:r>
            <a:endParaRPr lang="en-US" dirty="0"/>
          </a:p>
          <a:p>
            <a:endParaRPr lang="en-US" dirty="0"/>
          </a:p>
          <a:p>
            <a:pPr marL="285750" indent="-285750">
              <a:buFontTx/>
              <a:buChar char="-"/>
            </a:pPr>
            <a:r>
              <a:rPr lang="en-US" dirty="0" err="1"/>
              <a:t>Tsinovoi</a:t>
            </a:r>
            <a:r>
              <a:rPr lang="en-US" dirty="0"/>
              <a:t>, Edward (2025). Ioriver.io. Spanning Tree Protocol.</a:t>
            </a:r>
          </a:p>
          <a:p>
            <a:pPr lvl="2"/>
            <a:r>
              <a:rPr lang="en-US" dirty="0">
                <a:hlinkClick r:id="rId4"/>
              </a:rPr>
              <a:t>https://www.ioriver.io/terms/spanning-tree-protocol#:~:text=STP%20is%20essential%20for%20preventing,path%20fails%2C%20ensuring%20network%20reliability</a:t>
            </a:r>
            <a:r>
              <a:rPr lang="en-US" dirty="0"/>
              <a:t>.</a:t>
            </a:r>
          </a:p>
          <a:p>
            <a:pPr lvl="2"/>
            <a:endParaRPr lang="en-US" dirty="0"/>
          </a:p>
          <a:p>
            <a:pPr marL="285750" indent="-285750">
              <a:buFontTx/>
              <a:buChar char="-"/>
            </a:pPr>
            <a:r>
              <a:rPr lang="en-US" dirty="0"/>
              <a:t>Wadsworth, Richard (2023, March 22). Contino.io. </a:t>
            </a:r>
            <a:r>
              <a:rPr lang="en-US" dirty="0" err="1"/>
              <a:t>Optimising</a:t>
            </a:r>
            <a:r>
              <a:rPr lang="en-US" dirty="0"/>
              <a:t> Business Processes: The Darwinian Way to Better 	Decision Making. </a:t>
            </a:r>
          </a:p>
          <a:p>
            <a:r>
              <a:rPr lang="en-US" dirty="0"/>
              <a:t>	</a:t>
            </a:r>
            <a:r>
              <a:rPr lang="en-US" dirty="0">
                <a:hlinkClick r:id="rId5"/>
              </a:rPr>
              <a:t>https://www.contino.io/insights/optimising-business-processes-using-genetic-algorithms</a:t>
            </a:r>
            <a:endParaRPr lang="en-US" dirty="0"/>
          </a:p>
          <a:p>
            <a:endParaRPr lang="en-US" dirty="0"/>
          </a:p>
        </p:txBody>
      </p:sp>
      <p:pic>
        <p:nvPicPr>
          <p:cNvPr id="9" name="Picture 8">
            <a:extLst>
              <a:ext uri="{FF2B5EF4-FFF2-40B4-BE49-F238E27FC236}">
                <a16:creationId xmlns:a16="http://schemas.microsoft.com/office/drawing/2014/main" id="{30F41D0D-F76F-8824-8BC5-72507C5495BB}"/>
              </a:ext>
            </a:extLst>
          </p:cNvPr>
          <p:cNvPicPr>
            <a:picLocks noChangeAspect="1"/>
          </p:cNvPicPr>
          <p:nvPr/>
        </p:nvPicPr>
        <p:blipFill>
          <a:blip r:embed="rId6"/>
          <a:stretch>
            <a:fillRect/>
          </a:stretch>
        </p:blipFill>
        <p:spPr>
          <a:xfrm>
            <a:off x="5891842" y="12655"/>
            <a:ext cx="6300158" cy="1569570"/>
          </a:xfrm>
          <a:prstGeom prst="rect">
            <a:avLst/>
          </a:prstGeom>
        </p:spPr>
      </p:pic>
    </p:spTree>
    <p:extLst>
      <p:ext uri="{BB962C8B-B14F-4D97-AF65-F5344CB8AC3E}">
        <p14:creationId xmlns:p14="http://schemas.microsoft.com/office/powerpoint/2010/main" val="678104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TotalTime>
  <Words>1293</Words>
  <Application>Microsoft Office PowerPoint</Application>
  <PresentationFormat>Widescreen</PresentationFormat>
  <Paragraphs>211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Aptos Narrow</vt:lpstr>
      <vt:lpstr>Arial</vt:lpstr>
      <vt:lpstr>Wingdings</vt:lpstr>
      <vt:lpstr>Office Theme</vt:lpstr>
      <vt:lpstr>Denver Broncos:  A Traveling Salesman Problem</vt:lpstr>
      <vt:lpstr>Project Goal</vt:lpstr>
      <vt:lpstr>Methodology</vt:lpstr>
      <vt:lpstr>Data Set A – 4 city</vt:lpstr>
      <vt:lpstr>Data Set B – 8 city</vt:lpstr>
      <vt:lpstr>Data Set C – 12 city</vt:lpstr>
      <vt:lpstr>PowerPoint Presentation</vt:lpstr>
      <vt:lpstr>Analysis &amp; Outcome</vt:lpstr>
      <vt:lpstr>Other Use Cases</vt:lpstr>
      <vt:lpstr>Personal Reflection</vt:lpstr>
      <vt:lpstr>Appendix</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Graves, David</dc:creator>
  <cp:lastModifiedBy>David Graves</cp:lastModifiedBy>
  <cp:revision>1</cp:revision>
  <dcterms:created xsi:type="dcterms:W3CDTF">2025-05-02T16:51:06Z</dcterms:created>
  <dcterms:modified xsi:type="dcterms:W3CDTF">2025-05-05T15:30:20Z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3fbcac-c1a0-42ae-9212-22391b0bb07a_Enabled">
    <vt:lpwstr>true</vt:lpwstr>
  </property>
  <property fmtid="{D5CDD505-2E9C-101B-9397-08002B2CF9AE}" pid="3" name="MSIP_Label_923fbcac-c1a0-42ae-9212-22391b0bb07a_SetDate">
    <vt:lpwstr>2025-05-02T16:51:16Z</vt:lpwstr>
  </property>
  <property fmtid="{D5CDD505-2E9C-101B-9397-08002B2CF9AE}" pid="4" name="MSIP_Label_923fbcac-c1a0-42ae-9212-22391b0bb07a_Method">
    <vt:lpwstr>Privileged</vt:lpwstr>
  </property>
  <property fmtid="{D5CDD505-2E9C-101B-9397-08002B2CF9AE}" pid="5" name="MSIP_Label_923fbcac-c1a0-42ae-9212-22391b0bb07a_Name">
    <vt:lpwstr>TIAA-Sensitivity-Public-Standard</vt:lpwstr>
  </property>
  <property fmtid="{D5CDD505-2E9C-101B-9397-08002B2CF9AE}" pid="6" name="MSIP_Label_923fbcac-c1a0-42ae-9212-22391b0bb07a_SiteId">
    <vt:lpwstr>67080e55-9c90-409b-9421-7fab7df8331b</vt:lpwstr>
  </property>
  <property fmtid="{D5CDD505-2E9C-101B-9397-08002B2CF9AE}" pid="7" name="MSIP_Label_923fbcac-c1a0-42ae-9212-22391b0bb07a_ActionId">
    <vt:lpwstr>273bcbac-30f1-496d-bbc0-0b064a5bc304</vt:lpwstr>
  </property>
  <property fmtid="{D5CDD505-2E9C-101B-9397-08002B2CF9AE}" pid="8" name="MSIP_Label_923fbcac-c1a0-42ae-9212-22391b0bb07a_ContentBits">
    <vt:lpwstr>0</vt:lpwstr>
  </property>
</Properties>
</file>